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62.xml" ContentType="application/vnd.openxmlformats-officedocument.customXmlProperties+xml"/>
  <Override PartName="/customXml/itemProps63.xml" ContentType="application/vnd.openxmlformats-officedocument.customXmlProperties+xml"/>
  <Override PartName="/customXml/itemProps64.xml" ContentType="application/vnd.openxmlformats-officedocument.customXmlProperties+xml"/>
  <Override PartName="/customXml/itemProps65.xml" ContentType="application/vnd.openxmlformats-officedocument.customXmlProperties+xml"/>
  <Override PartName="/customXml/itemProps66.xml" ContentType="application/vnd.openxmlformats-officedocument.customXmlProperties+xml"/>
  <Override PartName="/customXml/itemProps67.xml" ContentType="application/vnd.openxmlformats-officedocument.customXmlProperties+xml"/>
  <Override PartName="/customXml/itemProps68.xml" ContentType="application/vnd.openxmlformats-officedocument.customXmlProperties+xml"/>
  <Override PartName="/customXml/itemProps69.xml" ContentType="application/vnd.openxmlformats-officedocument.customXmlProperties+xml"/>
  <Override PartName="/customXml/itemProps70.xml" ContentType="application/vnd.openxmlformats-officedocument.customXmlProperties+xml"/>
  <Override PartName="/customXml/itemProps71.xml" ContentType="application/vnd.openxmlformats-officedocument.customXmlProperties+xml"/>
  <Override PartName="/customXml/itemProps72.xml" ContentType="application/vnd.openxmlformats-officedocument.customXmlProperties+xml"/>
  <Override PartName="/customXml/itemProps73.xml" ContentType="application/vnd.openxmlformats-officedocument.customXmlProperties+xml"/>
  <Override PartName="/customXml/itemProps74.xml" ContentType="application/vnd.openxmlformats-officedocument.customXmlProperties+xml"/>
  <Override PartName="/customXml/itemProps75.xml" ContentType="application/vnd.openxmlformats-officedocument.customXmlProperties+xml"/>
  <Override PartName="/customXml/itemProps76.xml" ContentType="application/vnd.openxmlformats-officedocument.customXmlProperties+xml"/>
  <Override PartName="/customXml/itemProps77.xml" ContentType="application/vnd.openxmlformats-officedocument.customXmlProperties+xml"/>
  <Override PartName="/customXml/itemProps78.xml" ContentType="application/vnd.openxmlformats-officedocument.customXmlProperties+xml"/>
  <Override PartName="/customXml/itemProps79.xml" ContentType="application/vnd.openxmlformats-officedocument.customXmlProperties+xml"/>
  <Override PartName="/customXml/itemProps80.xml" ContentType="application/vnd.openxmlformats-officedocument.customXmlProperties+xml"/>
  <Override PartName="/customXml/itemProps81.xml" ContentType="application/vnd.openxmlformats-officedocument.customXmlProperties+xml"/>
  <Override PartName="/customXml/itemProps82.xml" ContentType="application/vnd.openxmlformats-officedocument.customXmlProperties+xml"/>
  <Override PartName="/customXml/itemProps83.xml" ContentType="application/vnd.openxmlformats-officedocument.customXmlProperties+xml"/>
  <Override PartName="/customXml/itemProps84.xml" ContentType="application/vnd.openxmlformats-officedocument.customXmlProperties+xml"/>
  <Override PartName="/customXml/itemProps85.xml" ContentType="application/vnd.openxmlformats-officedocument.customXmlProperties+xml"/>
  <Override PartName="/customXml/itemProps86.xml" ContentType="application/vnd.openxmlformats-officedocument.customXmlProperties+xml"/>
  <Override PartName="/customXml/itemProps87.xml" ContentType="application/vnd.openxmlformats-officedocument.customXmlProperties+xml"/>
  <Override PartName="/customXml/itemProps88.xml" ContentType="application/vnd.openxmlformats-officedocument.customXmlProperties+xml"/>
  <Override PartName="/customXml/itemProps89.xml" ContentType="application/vnd.openxmlformats-officedocument.customXmlProperties+xml"/>
  <Override PartName="/customXml/itemProps90.xml" ContentType="application/vnd.openxmlformats-officedocument.customXmlProperties+xml"/>
  <Override PartName="/customXml/itemProps91.xml" ContentType="application/vnd.openxmlformats-officedocument.customXmlProperties+xml"/>
  <Override PartName="/customXml/itemProps92.xml" ContentType="application/vnd.openxmlformats-officedocument.customXmlProperties+xml"/>
  <Override PartName="/customXml/itemProps93.xml" ContentType="application/vnd.openxmlformats-officedocument.customXmlProperties+xml"/>
  <Override PartName="/customXml/itemProps94.xml" ContentType="application/vnd.openxmlformats-officedocument.customXmlProperties+xml"/>
  <Override PartName="/customXml/itemProps95.xml" ContentType="application/vnd.openxmlformats-officedocument.customXmlProperties+xml"/>
  <Override PartName="/customXml/itemProps96.xml" ContentType="application/vnd.openxmlformats-officedocument.customXmlProperties+xml"/>
  <Override PartName="/customXml/itemProps97.xml" ContentType="application/vnd.openxmlformats-officedocument.customXmlProperties+xml"/>
  <Override PartName="/customXml/itemProps98.xml" ContentType="application/vnd.openxmlformats-officedocument.customXmlProperties+xml"/>
  <Override PartName="/customXml/itemProps99.xml" ContentType="application/vnd.openxmlformats-officedocument.customXmlProperties+xml"/>
  <Override PartName="/customXml/itemProps100.xml" ContentType="application/vnd.openxmlformats-officedocument.customXmlProperties+xml"/>
  <Override PartName="/customXml/itemProps101.xml" ContentType="application/vnd.openxmlformats-officedocument.customXmlProperties+xml"/>
  <Override PartName="/customXml/itemProps102.xml" ContentType="application/vnd.openxmlformats-officedocument.customXmlProperties+xml"/>
  <Override PartName="/customXml/itemProps103.xml" ContentType="application/vnd.openxmlformats-officedocument.customXmlProperties+xml"/>
  <Override PartName="/customXml/itemProps104.xml" ContentType="application/vnd.openxmlformats-officedocument.customXmlProperties+xml"/>
  <Override PartName="/customXml/itemProps105.xml" ContentType="application/vnd.openxmlformats-officedocument.customXmlProperties+xml"/>
  <Override PartName="/customXml/itemProps106.xml" ContentType="application/vnd.openxmlformats-officedocument.customXmlProperties+xml"/>
  <Override PartName="/customXml/itemProps107.xml" ContentType="application/vnd.openxmlformats-officedocument.customXmlProperties+xml"/>
  <Override PartName="/customXml/itemProps108.xml" ContentType="application/vnd.openxmlformats-officedocument.customXmlProperties+xml"/>
  <Override PartName="/customXml/itemProps109.xml" ContentType="application/vnd.openxmlformats-officedocument.customXmlProperties+xml"/>
  <Override PartName="/customXml/itemProps110.xml" ContentType="application/vnd.openxmlformats-officedocument.customXmlProperties+xml"/>
  <Override PartName="/customXml/itemProps111.xml" ContentType="application/vnd.openxmlformats-officedocument.customXmlProperties+xml"/>
  <Override PartName="/customXml/itemProps112.xml" ContentType="application/vnd.openxmlformats-officedocument.customXmlProperties+xml"/>
  <Override PartName="/customXml/itemProps113.xml" ContentType="application/vnd.openxmlformats-officedocument.customXmlProperties+xml"/>
  <Override PartName="/customXml/itemProps114.xml" ContentType="application/vnd.openxmlformats-officedocument.customXmlProperties+xml"/>
  <Override PartName="/customXml/itemProps115.xml" ContentType="application/vnd.openxmlformats-officedocument.customXmlProperties+xml"/>
  <Override PartName="/customXml/itemProps116.xml" ContentType="application/vnd.openxmlformats-officedocument.customXmlProperties+xml"/>
  <Override PartName="/customXml/itemProps117.xml" ContentType="application/vnd.openxmlformats-officedocument.customXmlProperties+xml"/>
  <Override PartName="/customXml/itemProps118.xml" ContentType="application/vnd.openxmlformats-officedocument.customXmlProperties+xml"/>
  <Override PartName="/customXml/itemProps119.xml" ContentType="application/vnd.openxmlformats-officedocument.customXmlProperties+xml"/>
  <Override PartName="/customXml/itemProps120.xml" ContentType="application/vnd.openxmlformats-officedocument.customXmlProperties+xml"/>
  <Override PartName="/customXml/itemProps121.xml" ContentType="application/vnd.openxmlformats-officedocument.customXmlProperties+xml"/>
  <Override PartName="/customXml/itemProps122.xml" ContentType="application/vnd.openxmlformats-officedocument.customXmlProperties+xml"/>
  <Override PartName="/customXml/itemProps123.xml" ContentType="application/vnd.openxmlformats-officedocument.customXmlProperties+xml"/>
  <Override PartName="/customXml/itemProps124.xml" ContentType="application/vnd.openxmlformats-officedocument.customXmlProperties+xml"/>
  <Override PartName="/customXml/itemProps125.xml" ContentType="application/vnd.openxmlformats-officedocument.customXmlProperties+xml"/>
  <Override PartName="/customXml/itemProps126.xml" ContentType="application/vnd.openxmlformats-officedocument.customXmlProperties+xml"/>
  <Override PartName="/customXml/itemProps127.xml" ContentType="application/vnd.openxmlformats-officedocument.customXmlProperties+xml"/>
  <Override PartName="/customXml/itemProps128.xml" ContentType="application/vnd.openxmlformats-officedocument.customXmlProperties+xml"/>
  <Override PartName="/customXml/itemProps129.xml" ContentType="application/vnd.openxmlformats-officedocument.customXmlProperties+xml"/>
  <Override PartName="/customXml/itemProps130.xml" ContentType="application/vnd.openxmlformats-officedocument.customXmlProperties+xml"/>
  <Override PartName="/customXml/itemProps131.xml" ContentType="application/vnd.openxmlformats-officedocument.customXmlProperties+xml"/>
  <Override PartName="/customXml/itemProps132.xml" ContentType="application/vnd.openxmlformats-officedocument.customXmlProperties+xml"/>
  <Override PartName="/customXml/itemProps133.xml" ContentType="application/vnd.openxmlformats-officedocument.customXmlProperties+xml"/>
  <Override PartName="/customXml/itemProps134.xml" ContentType="application/vnd.openxmlformats-officedocument.customXmlProperties+xml"/>
  <Override PartName="/customXml/itemProps13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36"/>
  </p:sldMasterIdLst>
  <p:notesMasterIdLst>
    <p:notesMasterId r:id="rId147"/>
  </p:notesMasterIdLst>
  <p:handoutMasterIdLst>
    <p:handoutMasterId r:id="rId148"/>
  </p:handoutMasterIdLst>
  <p:sldIdLst>
    <p:sldId id="291" r:id="rId137"/>
    <p:sldId id="257" r:id="rId138"/>
    <p:sldId id="258" r:id="rId139"/>
    <p:sldId id="259" r:id="rId140"/>
    <p:sldId id="260" r:id="rId141"/>
    <p:sldId id="261" r:id="rId142"/>
    <p:sldId id="262" r:id="rId143"/>
    <p:sldId id="264" r:id="rId144"/>
    <p:sldId id="265" r:id="rId145"/>
    <p:sldId id="266" r:id="rId14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B7EC538-F670-C342-8383-F0AB1344DBBD}">
          <p14:sldIdLst>
            <p14:sldId id="291"/>
            <p14:sldId id="257"/>
            <p14:sldId id="258"/>
            <p14:sldId id="259"/>
            <p14:sldId id="260"/>
            <p14:sldId id="261"/>
            <p14:sldId id="262"/>
            <p14:sldId id="264"/>
            <p14:sldId id="265"/>
            <p14:sldId id="266"/>
          </p14:sldIdLst>
        </p14:section>
        <p14:section name="Default Section" id="{4A2DD483-E57E-624A-BFEA-1270F156E3B0}">
          <p14:sldIdLst/>
        </p14:section>
        <p14:section name="Default Section" id="{776118AB-81F5-0440-8957-41379461AC6F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82" autoAdjust="0"/>
    <p:restoredTop sz="94726" autoAdjust="0"/>
  </p:normalViewPr>
  <p:slideViewPr>
    <p:cSldViewPr showGuides="1">
      <p:cViewPr varScale="1">
        <p:scale>
          <a:sx n="120" d="100"/>
          <a:sy n="120" d="100"/>
        </p:scale>
        <p:origin x="82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594"/>
    </p:cViewPr>
  </p:sorterViewPr>
  <p:notesViewPr>
    <p:cSldViewPr showGuides="1">
      <p:cViewPr varScale="1">
        <p:scale>
          <a:sx n="61" d="100"/>
          <a:sy n="61" d="100"/>
        </p:scale>
        <p:origin x="3168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customXml" Target="../customXml/item117.xml"/><Relationship Id="rId21" Type="http://schemas.openxmlformats.org/officeDocument/2006/relationships/customXml" Target="../customXml/item21.xml"/><Relationship Id="rId42" Type="http://schemas.openxmlformats.org/officeDocument/2006/relationships/customXml" Target="../customXml/item42.xml"/><Relationship Id="rId63" Type="http://schemas.openxmlformats.org/officeDocument/2006/relationships/customXml" Target="../customXml/item63.xml"/><Relationship Id="rId84" Type="http://schemas.openxmlformats.org/officeDocument/2006/relationships/customXml" Target="../customXml/item84.xml"/><Relationship Id="rId138" Type="http://schemas.openxmlformats.org/officeDocument/2006/relationships/slide" Target="slides/slide2.xml"/><Relationship Id="rId107" Type="http://schemas.openxmlformats.org/officeDocument/2006/relationships/customXml" Target="../customXml/item107.xml"/><Relationship Id="rId11" Type="http://schemas.openxmlformats.org/officeDocument/2006/relationships/customXml" Target="../customXml/item11.xml"/><Relationship Id="rId32" Type="http://schemas.openxmlformats.org/officeDocument/2006/relationships/customXml" Target="../customXml/item32.xml"/><Relationship Id="rId53" Type="http://schemas.openxmlformats.org/officeDocument/2006/relationships/customXml" Target="../customXml/item53.xml"/><Relationship Id="rId74" Type="http://schemas.openxmlformats.org/officeDocument/2006/relationships/customXml" Target="../customXml/item74.xml"/><Relationship Id="rId128" Type="http://schemas.openxmlformats.org/officeDocument/2006/relationships/customXml" Target="../customXml/item128.xml"/><Relationship Id="rId149" Type="http://schemas.openxmlformats.org/officeDocument/2006/relationships/presProps" Target="presProps.xml"/><Relationship Id="rId5" Type="http://schemas.openxmlformats.org/officeDocument/2006/relationships/customXml" Target="../customXml/item5.xml"/><Relationship Id="rId95" Type="http://schemas.openxmlformats.org/officeDocument/2006/relationships/customXml" Target="../customXml/item95.xml"/><Relationship Id="rId22" Type="http://schemas.openxmlformats.org/officeDocument/2006/relationships/customXml" Target="../customXml/item22.xml"/><Relationship Id="rId27" Type="http://schemas.openxmlformats.org/officeDocument/2006/relationships/customXml" Target="../customXml/item27.xml"/><Relationship Id="rId43" Type="http://schemas.openxmlformats.org/officeDocument/2006/relationships/customXml" Target="../customXml/item43.xml"/><Relationship Id="rId48" Type="http://schemas.openxmlformats.org/officeDocument/2006/relationships/customXml" Target="../customXml/item48.xml"/><Relationship Id="rId64" Type="http://schemas.openxmlformats.org/officeDocument/2006/relationships/customXml" Target="../customXml/item64.xml"/><Relationship Id="rId69" Type="http://schemas.openxmlformats.org/officeDocument/2006/relationships/customXml" Target="../customXml/item69.xml"/><Relationship Id="rId113" Type="http://schemas.openxmlformats.org/officeDocument/2006/relationships/customXml" Target="../customXml/item113.xml"/><Relationship Id="rId118" Type="http://schemas.openxmlformats.org/officeDocument/2006/relationships/customXml" Target="../customXml/item118.xml"/><Relationship Id="rId134" Type="http://schemas.openxmlformats.org/officeDocument/2006/relationships/customXml" Target="../customXml/item134.xml"/><Relationship Id="rId139" Type="http://schemas.openxmlformats.org/officeDocument/2006/relationships/slide" Target="slides/slide3.xml"/><Relationship Id="rId80" Type="http://schemas.openxmlformats.org/officeDocument/2006/relationships/customXml" Target="../customXml/item80.xml"/><Relationship Id="rId85" Type="http://schemas.openxmlformats.org/officeDocument/2006/relationships/customXml" Target="../customXml/item85.xml"/><Relationship Id="rId150" Type="http://schemas.openxmlformats.org/officeDocument/2006/relationships/viewProps" Target="viewProps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33" Type="http://schemas.openxmlformats.org/officeDocument/2006/relationships/customXml" Target="../customXml/item33.xml"/><Relationship Id="rId38" Type="http://schemas.openxmlformats.org/officeDocument/2006/relationships/customXml" Target="../customXml/item38.xml"/><Relationship Id="rId59" Type="http://schemas.openxmlformats.org/officeDocument/2006/relationships/customXml" Target="../customXml/item59.xml"/><Relationship Id="rId103" Type="http://schemas.openxmlformats.org/officeDocument/2006/relationships/customXml" Target="../customXml/item103.xml"/><Relationship Id="rId108" Type="http://schemas.openxmlformats.org/officeDocument/2006/relationships/customXml" Target="../customXml/item108.xml"/><Relationship Id="rId124" Type="http://schemas.openxmlformats.org/officeDocument/2006/relationships/customXml" Target="../customXml/item124.xml"/><Relationship Id="rId129" Type="http://schemas.openxmlformats.org/officeDocument/2006/relationships/customXml" Target="../customXml/item129.xml"/><Relationship Id="rId54" Type="http://schemas.openxmlformats.org/officeDocument/2006/relationships/customXml" Target="../customXml/item54.xml"/><Relationship Id="rId70" Type="http://schemas.openxmlformats.org/officeDocument/2006/relationships/customXml" Target="../customXml/item70.xml"/><Relationship Id="rId75" Type="http://schemas.openxmlformats.org/officeDocument/2006/relationships/customXml" Target="../customXml/item75.xml"/><Relationship Id="rId91" Type="http://schemas.openxmlformats.org/officeDocument/2006/relationships/customXml" Target="../customXml/item91.xml"/><Relationship Id="rId96" Type="http://schemas.openxmlformats.org/officeDocument/2006/relationships/customXml" Target="../customXml/item96.xml"/><Relationship Id="rId140" Type="http://schemas.openxmlformats.org/officeDocument/2006/relationships/slide" Target="slides/slide4.xml"/><Relationship Id="rId145" Type="http://schemas.openxmlformats.org/officeDocument/2006/relationships/slide" Target="slides/slide9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23" Type="http://schemas.openxmlformats.org/officeDocument/2006/relationships/customXml" Target="../customXml/item23.xml"/><Relationship Id="rId28" Type="http://schemas.openxmlformats.org/officeDocument/2006/relationships/customXml" Target="../customXml/item28.xml"/><Relationship Id="rId49" Type="http://schemas.openxmlformats.org/officeDocument/2006/relationships/customXml" Target="../customXml/item49.xml"/><Relationship Id="rId114" Type="http://schemas.openxmlformats.org/officeDocument/2006/relationships/customXml" Target="../customXml/item114.xml"/><Relationship Id="rId119" Type="http://schemas.openxmlformats.org/officeDocument/2006/relationships/customXml" Target="../customXml/item119.xml"/><Relationship Id="rId44" Type="http://schemas.openxmlformats.org/officeDocument/2006/relationships/customXml" Target="../customXml/item44.xml"/><Relationship Id="rId60" Type="http://schemas.openxmlformats.org/officeDocument/2006/relationships/customXml" Target="../customXml/item60.xml"/><Relationship Id="rId65" Type="http://schemas.openxmlformats.org/officeDocument/2006/relationships/customXml" Target="../customXml/item65.xml"/><Relationship Id="rId81" Type="http://schemas.openxmlformats.org/officeDocument/2006/relationships/customXml" Target="../customXml/item81.xml"/><Relationship Id="rId86" Type="http://schemas.openxmlformats.org/officeDocument/2006/relationships/customXml" Target="../customXml/item86.xml"/><Relationship Id="rId130" Type="http://schemas.openxmlformats.org/officeDocument/2006/relationships/customXml" Target="../customXml/item130.xml"/><Relationship Id="rId135" Type="http://schemas.openxmlformats.org/officeDocument/2006/relationships/customXml" Target="../customXml/item135.xml"/><Relationship Id="rId151" Type="http://schemas.openxmlformats.org/officeDocument/2006/relationships/theme" Target="theme/theme1.xml"/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39" Type="http://schemas.openxmlformats.org/officeDocument/2006/relationships/customXml" Target="../customXml/item39.xml"/><Relationship Id="rId109" Type="http://schemas.openxmlformats.org/officeDocument/2006/relationships/customXml" Target="../customXml/item109.xml"/><Relationship Id="rId34" Type="http://schemas.openxmlformats.org/officeDocument/2006/relationships/customXml" Target="../customXml/item34.xml"/><Relationship Id="rId50" Type="http://schemas.openxmlformats.org/officeDocument/2006/relationships/customXml" Target="../customXml/item50.xml"/><Relationship Id="rId55" Type="http://schemas.openxmlformats.org/officeDocument/2006/relationships/customXml" Target="../customXml/item55.xml"/><Relationship Id="rId76" Type="http://schemas.openxmlformats.org/officeDocument/2006/relationships/customXml" Target="../customXml/item76.xml"/><Relationship Id="rId97" Type="http://schemas.openxmlformats.org/officeDocument/2006/relationships/customXml" Target="../customXml/item97.xml"/><Relationship Id="rId104" Type="http://schemas.openxmlformats.org/officeDocument/2006/relationships/customXml" Target="../customXml/item104.xml"/><Relationship Id="rId120" Type="http://schemas.openxmlformats.org/officeDocument/2006/relationships/customXml" Target="../customXml/item120.xml"/><Relationship Id="rId125" Type="http://schemas.openxmlformats.org/officeDocument/2006/relationships/customXml" Target="../customXml/item125.xml"/><Relationship Id="rId141" Type="http://schemas.openxmlformats.org/officeDocument/2006/relationships/slide" Target="slides/slide5.xml"/><Relationship Id="rId146" Type="http://schemas.openxmlformats.org/officeDocument/2006/relationships/slide" Target="slides/slide10.xml"/><Relationship Id="rId7" Type="http://schemas.openxmlformats.org/officeDocument/2006/relationships/customXml" Target="../customXml/item7.xml"/><Relationship Id="rId71" Type="http://schemas.openxmlformats.org/officeDocument/2006/relationships/customXml" Target="../customXml/item71.xml"/><Relationship Id="rId92" Type="http://schemas.openxmlformats.org/officeDocument/2006/relationships/customXml" Target="../customXml/item92.xml"/><Relationship Id="rId2" Type="http://schemas.openxmlformats.org/officeDocument/2006/relationships/customXml" Target="../customXml/item2.xml"/><Relationship Id="rId29" Type="http://schemas.openxmlformats.org/officeDocument/2006/relationships/customXml" Target="../customXml/item29.xml"/><Relationship Id="rId24" Type="http://schemas.openxmlformats.org/officeDocument/2006/relationships/customXml" Target="../customXml/item24.xml"/><Relationship Id="rId40" Type="http://schemas.openxmlformats.org/officeDocument/2006/relationships/customXml" Target="../customXml/item40.xml"/><Relationship Id="rId45" Type="http://schemas.openxmlformats.org/officeDocument/2006/relationships/customXml" Target="../customXml/item45.xml"/><Relationship Id="rId66" Type="http://schemas.openxmlformats.org/officeDocument/2006/relationships/customXml" Target="../customXml/item66.xml"/><Relationship Id="rId87" Type="http://schemas.openxmlformats.org/officeDocument/2006/relationships/customXml" Target="../customXml/item87.xml"/><Relationship Id="rId110" Type="http://schemas.openxmlformats.org/officeDocument/2006/relationships/customXml" Target="../customXml/item110.xml"/><Relationship Id="rId115" Type="http://schemas.openxmlformats.org/officeDocument/2006/relationships/customXml" Target="../customXml/item115.xml"/><Relationship Id="rId131" Type="http://schemas.openxmlformats.org/officeDocument/2006/relationships/customXml" Target="../customXml/item131.xml"/><Relationship Id="rId136" Type="http://schemas.openxmlformats.org/officeDocument/2006/relationships/slideMaster" Target="slideMasters/slideMaster1.xml"/><Relationship Id="rId61" Type="http://schemas.openxmlformats.org/officeDocument/2006/relationships/customXml" Target="../customXml/item61.xml"/><Relationship Id="rId82" Type="http://schemas.openxmlformats.org/officeDocument/2006/relationships/customXml" Target="../customXml/item82.xml"/><Relationship Id="rId152" Type="http://schemas.openxmlformats.org/officeDocument/2006/relationships/tableStyles" Target="tableStyles.xml"/><Relationship Id="rId19" Type="http://schemas.openxmlformats.org/officeDocument/2006/relationships/customXml" Target="../customXml/item19.xml"/><Relationship Id="rId14" Type="http://schemas.openxmlformats.org/officeDocument/2006/relationships/customXml" Target="../customXml/item14.xml"/><Relationship Id="rId30" Type="http://schemas.openxmlformats.org/officeDocument/2006/relationships/customXml" Target="../customXml/item30.xml"/><Relationship Id="rId35" Type="http://schemas.openxmlformats.org/officeDocument/2006/relationships/customXml" Target="../customXml/item35.xml"/><Relationship Id="rId56" Type="http://schemas.openxmlformats.org/officeDocument/2006/relationships/customXml" Target="../customXml/item56.xml"/><Relationship Id="rId77" Type="http://schemas.openxmlformats.org/officeDocument/2006/relationships/customXml" Target="../customXml/item77.xml"/><Relationship Id="rId100" Type="http://schemas.openxmlformats.org/officeDocument/2006/relationships/customXml" Target="../customXml/item100.xml"/><Relationship Id="rId105" Type="http://schemas.openxmlformats.org/officeDocument/2006/relationships/customXml" Target="../customXml/item105.xml"/><Relationship Id="rId126" Type="http://schemas.openxmlformats.org/officeDocument/2006/relationships/customXml" Target="../customXml/item126.xml"/><Relationship Id="rId147" Type="http://schemas.openxmlformats.org/officeDocument/2006/relationships/notesMaster" Target="notesMasters/notesMaster1.xml"/><Relationship Id="rId8" Type="http://schemas.openxmlformats.org/officeDocument/2006/relationships/customXml" Target="../customXml/item8.xml"/><Relationship Id="rId51" Type="http://schemas.openxmlformats.org/officeDocument/2006/relationships/customXml" Target="../customXml/item51.xml"/><Relationship Id="rId72" Type="http://schemas.openxmlformats.org/officeDocument/2006/relationships/customXml" Target="../customXml/item72.xml"/><Relationship Id="rId93" Type="http://schemas.openxmlformats.org/officeDocument/2006/relationships/customXml" Target="../customXml/item93.xml"/><Relationship Id="rId98" Type="http://schemas.openxmlformats.org/officeDocument/2006/relationships/customXml" Target="../customXml/item98.xml"/><Relationship Id="rId121" Type="http://schemas.openxmlformats.org/officeDocument/2006/relationships/customXml" Target="../customXml/item121.xml"/><Relationship Id="rId142" Type="http://schemas.openxmlformats.org/officeDocument/2006/relationships/slide" Target="slides/slide6.xml"/><Relationship Id="rId3" Type="http://schemas.openxmlformats.org/officeDocument/2006/relationships/customXml" Target="../customXml/item3.xml"/><Relationship Id="rId25" Type="http://schemas.openxmlformats.org/officeDocument/2006/relationships/customXml" Target="../customXml/item25.xml"/><Relationship Id="rId46" Type="http://schemas.openxmlformats.org/officeDocument/2006/relationships/customXml" Target="../customXml/item46.xml"/><Relationship Id="rId67" Type="http://schemas.openxmlformats.org/officeDocument/2006/relationships/customXml" Target="../customXml/item67.xml"/><Relationship Id="rId116" Type="http://schemas.openxmlformats.org/officeDocument/2006/relationships/customXml" Target="../customXml/item116.xml"/><Relationship Id="rId137" Type="http://schemas.openxmlformats.org/officeDocument/2006/relationships/slide" Target="slides/slide1.xml"/><Relationship Id="rId20" Type="http://schemas.openxmlformats.org/officeDocument/2006/relationships/customXml" Target="../customXml/item20.xml"/><Relationship Id="rId41" Type="http://schemas.openxmlformats.org/officeDocument/2006/relationships/customXml" Target="../customXml/item41.xml"/><Relationship Id="rId62" Type="http://schemas.openxmlformats.org/officeDocument/2006/relationships/customXml" Target="../customXml/item62.xml"/><Relationship Id="rId83" Type="http://schemas.openxmlformats.org/officeDocument/2006/relationships/customXml" Target="../customXml/item83.xml"/><Relationship Id="rId88" Type="http://schemas.openxmlformats.org/officeDocument/2006/relationships/customXml" Target="../customXml/item88.xml"/><Relationship Id="rId111" Type="http://schemas.openxmlformats.org/officeDocument/2006/relationships/customXml" Target="../customXml/item111.xml"/><Relationship Id="rId132" Type="http://schemas.openxmlformats.org/officeDocument/2006/relationships/customXml" Target="../customXml/item132.xml"/><Relationship Id="rId15" Type="http://schemas.openxmlformats.org/officeDocument/2006/relationships/customXml" Target="../customXml/item15.xml"/><Relationship Id="rId36" Type="http://schemas.openxmlformats.org/officeDocument/2006/relationships/customXml" Target="../customXml/item36.xml"/><Relationship Id="rId57" Type="http://schemas.openxmlformats.org/officeDocument/2006/relationships/customXml" Target="../customXml/item57.xml"/><Relationship Id="rId106" Type="http://schemas.openxmlformats.org/officeDocument/2006/relationships/customXml" Target="../customXml/item106.xml"/><Relationship Id="rId127" Type="http://schemas.openxmlformats.org/officeDocument/2006/relationships/customXml" Target="../customXml/item127.xml"/><Relationship Id="rId10" Type="http://schemas.openxmlformats.org/officeDocument/2006/relationships/customXml" Target="../customXml/item10.xml"/><Relationship Id="rId31" Type="http://schemas.openxmlformats.org/officeDocument/2006/relationships/customXml" Target="../customXml/item31.xml"/><Relationship Id="rId52" Type="http://schemas.openxmlformats.org/officeDocument/2006/relationships/customXml" Target="../customXml/item52.xml"/><Relationship Id="rId73" Type="http://schemas.openxmlformats.org/officeDocument/2006/relationships/customXml" Target="../customXml/item73.xml"/><Relationship Id="rId78" Type="http://schemas.openxmlformats.org/officeDocument/2006/relationships/customXml" Target="../customXml/item78.xml"/><Relationship Id="rId94" Type="http://schemas.openxmlformats.org/officeDocument/2006/relationships/customXml" Target="../customXml/item94.xml"/><Relationship Id="rId99" Type="http://schemas.openxmlformats.org/officeDocument/2006/relationships/customXml" Target="../customXml/item99.xml"/><Relationship Id="rId101" Type="http://schemas.openxmlformats.org/officeDocument/2006/relationships/customXml" Target="../customXml/item101.xml"/><Relationship Id="rId122" Type="http://schemas.openxmlformats.org/officeDocument/2006/relationships/customXml" Target="../customXml/item122.xml"/><Relationship Id="rId143" Type="http://schemas.openxmlformats.org/officeDocument/2006/relationships/slide" Target="slides/slide7.xml"/><Relationship Id="rId148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26" Type="http://schemas.openxmlformats.org/officeDocument/2006/relationships/customXml" Target="../customXml/item26.xml"/><Relationship Id="rId47" Type="http://schemas.openxmlformats.org/officeDocument/2006/relationships/customXml" Target="../customXml/item47.xml"/><Relationship Id="rId68" Type="http://schemas.openxmlformats.org/officeDocument/2006/relationships/customXml" Target="../customXml/item68.xml"/><Relationship Id="rId89" Type="http://schemas.openxmlformats.org/officeDocument/2006/relationships/customXml" Target="../customXml/item89.xml"/><Relationship Id="rId112" Type="http://schemas.openxmlformats.org/officeDocument/2006/relationships/customXml" Target="../customXml/item112.xml"/><Relationship Id="rId133" Type="http://schemas.openxmlformats.org/officeDocument/2006/relationships/customXml" Target="../customXml/item133.xml"/><Relationship Id="rId16" Type="http://schemas.openxmlformats.org/officeDocument/2006/relationships/customXml" Target="../customXml/item16.xml"/><Relationship Id="rId37" Type="http://schemas.openxmlformats.org/officeDocument/2006/relationships/customXml" Target="../customXml/item37.xml"/><Relationship Id="rId58" Type="http://schemas.openxmlformats.org/officeDocument/2006/relationships/customXml" Target="../customXml/item58.xml"/><Relationship Id="rId79" Type="http://schemas.openxmlformats.org/officeDocument/2006/relationships/customXml" Target="../customXml/item79.xml"/><Relationship Id="rId102" Type="http://schemas.openxmlformats.org/officeDocument/2006/relationships/customXml" Target="../customXml/item102.xml"/><Relationship Id="rId123" Type="http://schemas.openxmlformats.org/officeDocument/2006/relationships/customXml" Target="../customXml/item123.xml"/><Relationship Id="rId144" Type="http://schemas.openxmlformats.org/officeDocument/2006/relationships/slide" Target="slides/slide8.xml"/><Relationship Id="rId90" Type="http://schemas.openxmlformats.org/officeDocument/2006/relationships/customXml" Target="../customXml/item9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51520"/>
            <a:ext cx="29718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de-DE" dirty="0">
              <a:latin typeface="AA Zuehlke" panose="02000503060000020004" pitchFamily="2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57192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5320D358-F853-4E66-A71E-3A9A01236113}" type="datetimeFigureOut">
              <a:rPr lang="de-DE" sz="800" smtClean="0">
                <a:latin typeface="AA Zuehlke" panose="02000503060000020004" pitchFamily="2" charset="0"/>
              </a:rPr>
              <a:t>24.09.26</a:t>
            </a:fld>
            <a:endParaRPr lang="de-DE" sz="800" dirty="0">
              <a:latin typeface="AA Zuehlke" panose="02000503060000020004" pitchFamily="2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endParaRPr lang="de-DE" sz="800" dirty="0">
              <a:latin typeface="AA Zuehlke" panose="02000503060000020004" pitchFamily="2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021328" y="8685213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E5BBCCF6-F8A8-4C49-BF3D-CA1AA74CA975}" type="slidenum">
              <a:rPr lang="de-DE" sz="800" smtClean="0">
                <a:latin typeface="AA Zuehlke" panose="02000503060000020004" pitchFamily="2" charset="0"/>
              </a:rPr>
              <a:t>‹#›</a:t>
            </a:fld>
            <a:endParaRPr lang="de-DE" sz="800" dirty="0">
              <a:latin typeface="AA Zuehlke" panose="0200050306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86119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prstGeom prst="rect">
            <a:avLst/>
          </a:prstGeom>
          <a:noFill/>
          <a:ln w="6350">
            <a:solidFill>
              <a:schemeClr val="accent4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51520"/>
            <a:ext cx="29718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latin typeface="AA Zuehlke" panose="02000503060000020004" pitchFamily="2" charset="0"/>
              </a:defRPr>
            </a:lvl1pPr>
          </a:lstStyle>
          <a:p>
            <a:endParaRPr lang="de-DE" sz="1000" dirty="0"/>
          </a:p>
        </p:txBody>
      </p:sp>
      <p:sp>
        <p:nvSpPr>
          <p:cNvPr id="9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57192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latin typeface="AA Zuehlke" panose="02000503060000020004" pitchFamily="2" charset="0"/>
              </a:defRPr>
            </a:lvl1pPr>
          </a:lstStyle>
          <a:p>
            <a:fld id="{5320D358-F853-4E66-A71E-3A9A01236113}" type="datetimeFigureOut">
              <a:rPr lang="de-DE" smtClean="0"/>
              <a:pPr/>
              <a:t>24.09.26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4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latin typeface="AA Zuehlke" panose="02000503060000020004" pitchFamily="2" charset="0"/>
              </a:defRPr>
            </a:lvl1pPr>
          </a:lstStyle>
          <a:p>
            <a:endParaRPr lang="de-DE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5"/>
          </p:nvPr>
        </p:nvSpPr>
        <p:spPr>
          <a:xfrm>
            <a:off x="6021328" y="8685213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latin typeface="AA Zuehlke" panose="02000503060000020004" pitchFamily="2" charset="0"/>
              </a:defRPr>
            </a:lvl1pPr>
          </a:lstStyle>
          <a:p>
            <a:fld id="{E5BBCCF6-F8A8-4C49-BF3D-CA1AA74CA975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619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defRPr sz="1200" b="1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1pPr>
    <a:lvl2pPr marL="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2pPr>
    <a:lvl3pPr marL="144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Wingdings 2" panose="05020102010507070707" pitchFamily="18" charset="2"/>
      <a:buChar char="¡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3pPr>
    <a:lvl4pPr marL="288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4pPr>
    <a:lvl5pPr marL="432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5pPr>
    <a:lvl6pPr marL="576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6pPr>
    <a:lvl7pPr marL="576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7pPr>
    <a:lvl8pPr marL="576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8pPr>
    <a:lvl9pPr marL="576000" indent="-144000" algn="l" defTabSz="914400" rtl="0" eaLnBrk="1" latinLnBrk="0" hangingPunct="1">
      <a:lnSpc>
        <a:spcPct val="120000"/>
      </a:lnSpc>
      <a:spcBef>
        <a:spcPts val="100"/>
      </a:spcBef>
      <a:spcAft>
        <a:spcPts val="200"/>
      </a:spcAft>
      <a:buFont typeface="Symbol" panose="05050102010706020507" pitchFamily="18" charset="2"/>
      <a:buChar char="-"/>
      <a:defRPr sz="1200" kern="1200">
        <a:solidFill>
          <a:schemeClr val="tx1"/>
        </a:solidFill>
        <a:latin typeface="AA Zuehlke" panose="02000503060000020004" pitchFamily="2" charset="0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8641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| 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228CF61A-3F15-4A25-AD01-F29318410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1127448" y="-2979712"/>
            <a:ext cx="12097344" cy="12097344"/>
            <a:chOff x="5944242" y="4834696"/>
            <a:chExt cx="5699939" cy="5699939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BC13A644-F11C-4151-A2B1-23D22693F7AA}"/>
                </a:ext>
              </a:extLst>
            </p:cNvPr>
            <p:cNvSpPr/>
            <p:nvPr/>
          </p:nvSpPr>
          <p:spPr bwMode="gray">
            <a:xfrm>
              <a:off x="6887488" y="5987211"/>
              <a:ext cx="4296877" cy="4296877"/>
            </a:xfrm>
            <a:prstGeom prst="ellipse">
              <a:avLst/>
            </a:prstGeom>
            <a:noFill/>
            <a:ln w="12700">
              <a:solidFill>
                <a:srgbClr val="D9D9D9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AB8FCFB3-5D96-47F6-96DD-3B07D64099A1}"/>
                </a:ext>
              </a:extLst>
            </p:cNvPr>
            <p:cNvSpPr/>
            <p:nvPr/>
          </p:nvSpPr>
          <p:spPr bwMode="gray">
            <a:xfrm>
              <a:off x="5944242" y="4834696"/>
              <a:ext cx="5699939" cy="5699939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11" name="Ellipse 10">
            <a:extLst>
              <a:ext uri="{FF2B5EF4-FFF2-40B4-BE49-F238E27FC236}">
                <a16:creationId xmlns:a16="http://schemas.microsoft.com/office/drawing/2014/main" id="{2E42F436-01B4-4CAF-AA99-B4E5E1CB5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127448" y="-2979712"/>
            <a:ext cx="12097344" cy="12097344"/>
          </a:xfrm>
          <a:prstGeom prst="ellipse">
            <a:avLst/>
          </a:prstGeom>
          <a:noFill/>
          <a:ln w="12700">
            <a:solidFill>
              <a:srgbClr val="8CD9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2" name="Grafik 11" descr="Intro Zuehlke Engeneering Logo">
            <a:extLst>
              <a:ext uri="{FF2B5EF4-FFF2-40B4-BE49-F238E27FC236}">
                <a16:creationId xmlns:a16="http://schemas.microsoft.com/office/drawing/2014/main" id="{FA4DAB92-BE43-4CE1-BAC9-70C34461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5160000" y="2493000"/>
            <a:ext cx="1872000" cy="1872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9D43F-93EB-6479-0F52-798E6E7F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16480" y="7101408"/>
            <a:ext cx="679792" cy="144000"/>
          </a:xfrm>
        </p:spPr>
        <p:txBody>
          <a:bodyPr/>
          <a:lstStyle/>
          <a:p>
            <a:fld id="{AAA7C611-BE2C-487E-B362-870675A1E528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D3ABC-5F5C-E0AB-D85D-2C3E0E24B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0800000" flipV="1">
            <a:off x="1559496" y="7101408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88976-04ED-30DD-1296-E18526AB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8000" y="7101408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284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4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|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5976000" rIns="288000" bIns="1296000" anchor="ctr"/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latin typeface="+mn-lt"/>
              </a:defRPr>
            </a:lvl1pPr>
          </a:lstStyle>
          <a:p>
            <a:pPr lvl="0"/>
            <a:r>
              <a:rPr lang="en-GB" sz="1000" dirty="0">
                <a:solidFill>
                  <a:schemeClr val="tx1"/>
                </a:solidFill>
              </a:rPr>
              <a:t>Please insert an image using the "Insert" tab and click on the "Images" button. </a:t>
            </a:r>
            <a:br>
              <a:rPr lang="en-GB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Alternatively, right-click on the gradient and the title placeholder and place them in the background. Insert the image by clicking on the icon and place it in the background again.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5978AB7B-5994-57EA-0579-6A896E88B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" y="0"/>
            <a:ext cx="12191997" cy="6857999"/>
          </a:xfrm>
          <a:gradFill>
            <a:gsLst>
              <a:gs pos="0">
                <a:srgbClr val="000000">
                  <a:alpha val="80000"/>
                </a:srgbClr>
              </a:gs>
              <a:gs pos="75000">
                <a:srgbClr val="000000">
                  <a:alpha val="0"/>
                </a:srgbClr>
              </a:gs>
            </a:gsLst>
            <a:lin ang="0" scaled="1"/>
          </a:grad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r>
              <a:rPr lang="en-GB" dirty="0"/>
              <a:t> 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3EDB29FC-FCED-42E2-BC8D-9BE3A24F3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9552496" y="548792"/>
            <a:ext cx="1008000" cy="10080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 b="0">
                <a:solidFill>
                  <a:schemeClr val="bg1"/>
                </a:solidFill>
              </a:defRPr>
            </a:lvl1pPr>
            <a:lvl2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 b="0">
                <a:solidFill>
                  <a:schemeClr val="bg1"/>
                </a:solidFill>
              </a:defRPr>
            </a:lvl2pPr>
            <a:lvl3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3pPr>
            <a:lvl4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4pPr>
            <a:lvl5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5pPr>
            <a:lvl6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6pPr>
            <a:lvl7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7pPr>
            <a:lvl8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8pPr>
            <a:lvl9pPr marL="0" indent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  <a:defRPr sz="1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1271588" y="5013325"/>
            <a:ext cx="5616575" cy="35989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7301626-1033-A8B4-E705-0EA1916006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8563" y="5506715"/>
            <a:ext cx="3888928" cy="27751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</a:lstStyle>
          <a:p>
            <a:pPr lvl="0"/>
            <a:r>
              <a:rPr lang="en-US" dirty="0"/>
              <a:t>Author | Date | Place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E0C5F3B-A499-285E-CE16-EDC4AA4587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271588" y="2565400"/>
            <a:ext cx="5616575" cy="2158999"/>
          </a:xfrm>
        </p:spPr>
        <p:txBody>
          <a:bodyPr anchor="b"/>
          <a:lstStyle>
            <a:lvl1pPr algn="l">
              <a:lnSpc>
                <a:spcPct val="105000"/>
              </a:lnSpc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Title of the </a:t>
            </a:r>
            <a:br>
              <a:rPr lang="en-GB" dirty="0"/>
            </a:br>
            <a:r>
              <a:rPr lang="en-GB" dirty="0"/>
              <a:t>presentation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C52422D-0E2D-1EA9-7F00-A5F4238CF4A8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0416480" y="7127453"/>
            <a:ext cx="679792" cy="144000"/>
          </a:xfrm>
        </p:spPr>
        <p:txBody>
          <a:bodyPr/>
          <a:lstStyle/>
          <a:p>
            <a:fld id="{D08BA402-EB53-4DA8-B231-4A9D3A9EFA0A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E556992-3409-8100-07D7-6BFB7010D75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 rot="10800000" flipV="1">
            <a:off x="1559496" y="7127453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B9AFC0A-8A3A-A238-4C29-C9839B86D74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178000" y="7127453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169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 userDrawn="1">
          <p15:clr>
            <a:srgbClr val="C35EA4"/>
          </p15:clr>
        </p15:guide>
        <p15:guide id="2" orient="horz" pos="346" userDrawn="1">
          <p15:clr>
            <a:srgbClr val="C35EA4"/>
          </p15:clr>
        </p15:guide>
        <p15:guide id="3" pos="393" userDrawn="1">
          <p15:clr>
            <a:srgbClr val="C35EA4"/>
          </p15:clr>
        </p15:guide>
        <p15:guide id="4" pos="7287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| big picture &amp;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ictly Confidential" descr="{&quot;templafy&quot;:{&quot;id&quot;:&quot;425d340e-7bfc-4685-b2d0-ed996d007090&quot;}}" hidden="1">
            <a:extLst>
              <a:ext uri="{FF2B5EF4-FFF2-40B4-BE49-F238E27FC236}">
                <a16:creationId xmlns:a16="http://schemas.microsoft.com/office/drawing/2014/main" id="{33F6D3B1-734B-D35A-3719-6F06F7459C39}"/>
              </a:ext>
            </a:extLst>
          </p:cNvPr>
          <p:cNvSpPr/>
          <p:nvPr userDrawn="1"/>
        </p:nvSpPr>
        <p:spPr bwMode="gray">
          <a:xfrm>
            <a:off x="0" y="547199"/>
            <a:ext cx="262943" cy="1307758"/>
          </a:xfrm>
          <a:prstGeom prst="rect">
            <a:avLst/>
          </a:prstGeom>
          <a:solidFill>
            <a:srgbClr val="F6B1B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Highly Confidential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0" name="Restricted" descr="{&quot;templafy&quot;:{&quot;id&quot;:&quot;b3fe5475-1c13-49cc-9f86-d88c4995a354&quot;}}">
            <a:extLst>
              <a:ext uri="{FF2B5EF4-FFF2-40B4-BE49-F238E27FC236}">
                <a16:creationId xmlns:a16="http://schemas.microsoft.com/office/drawing/2014/main" id="{58C7CAF7-1D0B-E688-CB4B-C67A5A066DF5}"/>
              </a:ext>
            </a:extLst>
          </p:cNvPr>
          <p:cNvSpPr/>
          <p:nvPr userDrawn="1"/>
        </p:nvSpPr>
        <p:spPr bwMode="gray">
          <a:xfrm>
            <a:off x="0" y="548491"/>
            <a:ext cx="262943" cy="937143"/>
          </a:xfrm>
          <a:prstGeom prst="rect">
            <a:avLst/>
          </a:prstGeom>
          <a:solidFill>
            <a:srgbClr val="FFBE8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Confidential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2" name="Confidential" descr="{&quot;templafy&quot;:{&quot;id&quot;:&quot;f5eea981-aefe-4cb0-8211-b918a14b5a15&quot;}}" hidden="1">
            <a:extLst>
              <a:ext uri="{FF2B5EF4-FFF2-40B4-BE49-F238E27FC236}">
                <a16:creationId xmlns:a16="http://schemas.microsoft.com/office/drawing/2014/main" id="{04125C8D-B102-DE1C-0E64-860DC1942905}"/>
              </a:ext>
            </a:extLst>
          </p:cNvPr>
          <p:cNvSpPr/>
          <p:nvPr userDrawn="1"/>
        </p:nvSpPr>
        <p:spPr bwMode="gray">
          <a:xfrm>
            <a:off x="0" y="547199"/>
            <a:ext cx="262943" cy="709517"/>
          </a:xfrm>
          <a:prstGeom prst="rect">
            <a:avLst/>
          </a:prstGeom>
          <a:solidFill>
            <a:srgbClr val="FFF7B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General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4" name="Public" descr="{&quot;templafy&quot;:{&quot;id&quot;:&quot;9081ab6c-a915-48f5-ad45-6e1e44995221&quot;}}" hidden="1">
            <a:extLst>
              <a:ext uri="{FF2B5EF4-FFF2-40B4-BE49-F238E27FC236}">
                <a16:creationId xmlns:a16="http://schemas.microsoft.com/office/drawing/2014/main" id="{D92D7061-6CCF-9C4F-DF45-42B9A7CC63DE}"/>
              </a:ext>
            </a:extLst>
          </p:cNvPr>
          <p:cNvSpPr/>
          <p:nvPr userDrawn="1"/>
        </p:nvSpPr>
        <p:spPr bwMode="gray">
          <a:xfrm>
            <a:off x="0" y="548259"/>
            <a:ext cx="262943" cy="6187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Public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56FB73D-9AB2-8BC6-FF89-AAAB2CB72B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9552496 w 12192000"/>
              <a:gd name="connsiteY0" fmla="*/ 548792 h 6858000"/>
              <a:gd name="connsiteX1" fmla="*/ 9552496 w 12192000"/>
              <a:gd name="connsiteY1" fmla="*/ 1556792 h 6858000"/>
              <a:gd name="connsiteX2" fmla="*/ 10560496 w 12192000"/>
              <a:gd name="connsiteY2" fmla="*/ 1556792 h 6858000"/>
              <a:gd name="connsiteX3" fmla="*/ 10560496 w 12192000"/>
              <a:gd name="connsiteY3" fmla="*/ 548792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552496" y="548792"/>
                </a:moveTo>
                <a:lnTo>
                  <a:pt x="9552496" y="1556792"/>
                </a:lnTo>
                <a:lnTo>
                  <a:pt x="10560496" y="1556792"/>
                </a:lnTo>
                <a:lnTo>
                  <a:pt x="10560496" y="54879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720000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by: </a:t>
            </a:r>
            <a:br>
              <a:rPr lang="en-GB" dirty="0"/>
            </a:br>
            <a:r>
              <a:rPr lang="en-GB" dirty="0"/>
              <a:t>A) clicking on the icon</a:t>
            </a:r>
            <a:br>
              <a:rPr lang="en-GB" dirty="0"/>
            </a:br>
            <a:r>
              <a:rPr lang="en-GB" dirty="0"/>
              <a:t>or B) selecting this shape and choosing an image in Templafy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79B7FD4-9CE0-6818-FCDE-9CC1CF68CA8D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16480" y="7173416"/>
            <a:ext cx="679792" cy="144000"/>
          </a:xfrm>
        </p:spPr>
        <p:txBody>
          <a:bodyPr/>
          <a:lstStyle/>
          <a:p>
            <a:fld id="{7C5BAB06-F901-456A-B17C-6C85207B6452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7C5B78-94EA-578E-15D0-DB33F75E5C8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0800000" flipV="1">
            <a:off x="1559496" y="7173416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4ED67A-2B06-C3C9-B32A-D052C3CA0D5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178000" y="7173416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10">
            <a:extLst>
              <a:ext uri="{FF2B5EF4-FFF2-40B4-BE49-F238E27FC236}">
                <a16:creationId xmlns:a16="http://schemas.microsoft.com/office/drawing/2014/main" id="{1540215C-6C1C-B65E-ECA6-318CC6BA7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9552496" y="548792"/>
            <a:ext cx="1008000" cy="1008000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0F97C6B-19A6-9A0A-AE00-C0CC523D92C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0"/>
            <a:ext cx="6888088" cy="6861196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0385F304-A428-A018-1977-FEFA6A2486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6589" y="5527427"/>
            <a:ext cx="4390080" cy="27751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</a:lstStyle>
          <a:p>
            <a:pPr lvl="0"/>
            <a:r>
              <a:rPr lang="en-US" dirty="0"/>
              <a:t>Author | Date | Place</a:t>
            </a:r>
          </a:p>
        </p:txBody>
      </p:sp>
      <p:sp>
        <p:nvSpPr>
          <p:cNvPr id="24" name="Subtitle">
            <a:extLst>
              <a:ext uri="{FF2B5EF4-FFF2-40B4-BE49-F238E27FC236}">
                <a16:creationId xmlns:a16="http://schemas.microsoft.com/office/drawing/2014/main" id="{E15EA6A6-ACB5-D954-83F0-A488F5616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19838" y="4957093"/>
            <a:ext cx="4386831" cy="41076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E44CC23E-4E0C-BF9F-7154-7FD4ACF71F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0862" y="2947219"/>
            <a:ext cx="4385807" cy="1800199"/>
          </a:xfrm>
        </p:spPr>
        <p:txBody>
          <a:bodyPr anchor="b"/>
          <a:lstStyle>
            <a:lvl1pPr algn="l">
              <a:lnSpc>
                <a:spcPct val="105000"/>
              </a:lnSpc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Title of the </a:t>
            </a:r>
            <a:br>
              <a:rPr lang="en-GB" dirty="0"/>
            </a:br>
            <a:r>
              <a:rPr lang="en-GB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3180032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0">
          <p15:clr>
            <a:srgbClr val="C35EA4"/>
          </p15:clr>
        </p15:guide>
        <p15:guide id="2" pos="7287">
          <p15:clr>
            <a:srgbClr val="C35EA4"/>
          </p15:clr>
        </p15:guide>
        <p15:guide id="3" orient="horz" pos="3884">
          <p15:clr>
            <a:srgbClr val="C35EA4"/>
          </p15:clr>
        </p15:guide>
        <p15:guide id="4" orient="horz" pos="1616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|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365C329-876D-0693-62A9-8A136E057C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8563" y="5518795"/>
            <a:ext cx="3455989" cy="265436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+mj-lt"/>
              </a:defRPr>
            </a:lvl1pPr>
            <a:lvl2pPr>
              <a:defRPr sz="12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200">
                <a:latin typeface="+mj-lt"/>
              </a:defRPr>
            </a:lvl4pPr>
            <a:lvl5pPr>
              <a:defRPr sz="1200">
                <a:latin typeface="+mj-lt"/>
              </a:defRPr>
            </a:lvl5pPr>
          </a:lstStyle>
          <a:p>
            <a:pPr lvl="0"/>
            <a:r>
              <a:rPr lang="en-US" dirty="0"/>
              <a:t>Author | Date | Place</a:t>
            </a:r>
          </a:p>
        </p:txBody>
      </p:sp>
      <p:sp>
        <p:nvSpPr>
          <p:cNvPr id="24" name="Subtitle">
            <a:extLst>
              <a:ext uri="{FF2B5EF4-FFF2-40B4-BE49-F238E27FC236}">
                <a16:creationId xmlns:a16="http://schemas.microsoft.com/office/drawing/2014/main" id="{26695D76-282B-8F58-C3D0-42E32978511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1266165" y="4936381"/>
            <a:ext cx="3456796" cy="41076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4ADFFA39-1D88-D336-CA75-F9073F637E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266972" y="2926507"/>
            <a:ext cx="3455989" cy="1800199"/>
          </a:xfrm>
        </p:spPr>
        <p:txBody>
          <a:bodyPr anchor="b"/>
          <a:lstStyle>
            <a:lvl1pPr algn="l">
              <a:lnSpc>
                <a:spcPct val="105000"/>
              </a:lnSpc>
              <a:defRPr sz="44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Title of the </a:t>
            </a:r>
            <a:br>
              <a:rPr lang="en-GB" dirty="0"/>
            </a:br>
            <a:r>
              <a:rPr lang="en-GB" dirty="0"/>
              <a:t>presentation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14FCF-7A24-0775-5720-6E2885BFC04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16480" y="7145282"/>
            <a:ext cx="679792" cy="144000"/>
          </a:xfrm>
        </p:spPr>
        <p:txBody>
          <a:bodyPr/>
          <a:lstStyle/>
          <a:p>
            <a:fld id="{8874E82A-B776-4F48-A676-1C2EF16A82EB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FE90E-1F7F-EF8C-ED2E-E0AE0C540D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0800000" flipV="1">
            <a:off x="1559496" y="7145282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849AB-1986-335F-42AA-7018843C5A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178000" y="7145282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3" name="Grafik 8">
            <a:extLst>
              <a:ext uri="{FF2B5EF4-FFF2-40B4-BE49-F238E27FC236}">
                <a16:creationId xmlns:a16="http://schemas.microsoft.com/office/drawing/2014/main" id="{699CDFEB-8F7F-8702-FE9F-97420CAC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219" r="16349" b="22031"/>
          <a:stretch/>
        </p:blipFill>
        <p:spPr bwMode="gray">
          <a:xfrm rot="16200000">
            <a:off x="4357436" y="2530731"/>
            <a:ext cx="6857998" cy="1796533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ED5AFCB-B14E-23B1-16CE-C9AAF0B7617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7104111" y="0"/>
            <a:ext cx="5087889" cy="6858000"/>
          </a:xfrm>
          <a:custGeom>
            <a:avLst/>
            <a:gdLst>
              <a:gd name="connsiteX0" fmla="*/ 2448385 w 5087889"/>
              <a:gd name="connsiteY0" fmla="*/ 548792 h 6858000"/>
              <a:gd name="connsiteX1" fmla="*/ 2448385 w 5087889"/>
              <a:gd name="connsiteY1" fmla="*/ 1556792 h 6858000"/>
              <a:gd name="connsiteX2" fmla="*/ 3456385 w 5087889"/>
              <a:gd name="connsiteY2" fmla="*/ 1556792 h 6858000"/>
              <a:gd name="connsiteX3" fmla="*/ 3456385 w 5087889"/>
              <a:gd name="connsiteY3" fmla="*/ 548792 h 6858000"/>
              <a:gd name="connsiteX4" fmla="*/ 0 w 5087889"/>
              <a:gd name="connsiteY4" fmla="*/ 0 h 6858000"/>
              <a:gd name="connsiteX5" fmla="*/ 5087889 w 5087889"/>
              <a:gd name="connsiteY5" fmla="*/ 0 h 6858000"/>
              <a:gd name="connsiteX6" fmla="*/ 5087889 w 5087889"/>
              <a:gd name="connsiteY6" fmla="*/ 6858000 h 6858000"/>
              <a:gd name="connsiteX7" fmla="*/ 0 w 508788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87889" h="6858000">
                <a:moveTo>
                  <a:pt x="2448385" y="548792"/>
                </a:moveTo>
                <a:lnTo>
                  <a:pt x="2448385" y="1556792"/>
                </a:lnTo>
                <a:lnTo>
                  <a:pt x="3456385" y="1556792"/>
                </a:lnTo>
                <a:lnTo>
                  <a:pt x="3456385" y="548792"/>
                </a:lnTo>
                <a:close/>
                <a:moveTo>
                  <a:pt x="0" y="0"/>
                </a:moveTo>
                <a:lnTo>
                  <a:pt x="5087889" y="0"/>
                </a:lnTo>
                <a:lnTo>
                  <a:pt x="508788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180000" tIns="36000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000"/>
            </a:lvl1pPr>
          </a:lstStyle>
          <a:p>
            <a:r>
              <a:rPr lang="en-GB" dirty="0"/>
              <a:t>Insert image by: </a:t>
            </a:r>
            <a:br>
              <a:rPr lang="en-GB" dirty="0"/>
            </a:br>
            <a:r>
              <a:rPr lang="en-GB" dirty="0"/>
              <a:t>A) clicking on the icon</a:t>
            </a:r>
            <a:br>
              <a:rPr lang="en-GB" dirty="0"/>
            </a:br>
            <a:r>
              <a:rPr lang="en-GB" dirty="0"/>
              <a:t>or B) selecting this shape and choosing an image in Templafy</a:t>
            </a:r>
          </a:p>
        </p:txBody>
      </p:sp>
      <p:pic>
        <p:nvPicPr>
          <p:cNvPr id="16" name="Grafik 10">
            <a:extLst>
              <a:ext uri="{FF2B5EF4-FFF2-40B4-BE49-F238E27FC236}">
                <a16:creationId xmlns:a16="http://schemas.microsoft.com/office/drawing/2014/main" id="{FCE29150-5556-029E-D823-F6C5034CB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9552496" y="548792"/>
            <a:ext cx="1008000" cy="1008000"/>
          </a:xfrm>
          <a:prstGeom prst="rect">
            <a:avLst/>
          </a:prstGeom>
        </p:spPr>
      </p:pic>
      <p:sp>
        <p:nvSpPr>
          <p:cNvPr id="4" name="Strictly Confidential" descr="{&quot;templafy&quot;:{&quot;id&quot;:&quot;2aadfe5e-eee6-4d34-951d-2572b44727d5&quot;}}" hidden="1">
            <a:extLst>
              <a:ext uri="{FF2B5EF4-FFF2-40B4-BE49-F238E27FC236}">
                <a16:creationId xmlns:a16="http://schemas.microsoft.com/office/drawing/2014/main" id="{C827EDA2-1B9C-57C7-65A6-1F6259451083}"/>
              </a:ext>
            </a:extLst>
          </p:cNvPr>
          <p:cNvSpPr/>
          <p:nvPr userDrawn="1"/>
        </p:nvSpPr>
        <p:spPr bwMode="gray">
          <a:xfrm>
            <a:off x="0" y="547199"/>
            <a:ext cx="262943" cy="1307758"/>
          </a:xfrm>
          <a:prstGeom prst="rect">
            <a:avLst/>
          </a:prstGeom>
          <a:solidFill>
            <a:srgbClr val="F6B1B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Highly Confidential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9" name="Restricted" descr="{&quot;templafy&quot;:{&quot;id&quot;:&quot;22f04441-80bc-4991-b41e-277bd813d087&quot;}}">
            <a:extLst>
              <a:ext uri="{FF2B5EF4-FFF2-40B4-BE49-F238E27FC236}">
                <a16:creationId xmlns:a16="http://schemas.microsoft.com/office/drawing/2014/main" id="{C1D15E40-5CB4-EBC3-BCCA-83E3D93EECAA}"/>
              </a:ext>
            </a:extLst>
          </p:cNvPr>
          <p:cNvSpPr/>
          <p:nvPr userDrawn="1"/>
        </p:nvSpPr>
        <p:spPr bwMode="gray">
          <a:xfrm>
            <a:off x="0" y="548491"/>
            <a:ext cx="262943" cy="937143"/>
          </a:xfrm>
          <a:prstGeom prst="rect">
            <a:avLst/>
          </a:prstGeom>
          <a:solidFill>
            <a:srgbClr val="FFBE8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Confidential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1" name="Confidential" descr="{&quot;templafy&quot;:{&quot;id&quot;:&quot;fba74629-e33a-4ee7-aaac-8211618a892a&quot;}}" hidden="1">
            <a:extLst>
              <a:ext uri="{FF2B5EF4-FFF2-40B4-BE49-F238E27FC236}">
                <a16:creationId xmlns:a16="http://schemas.microsoft.com/office/drawing/2014/main" id="{D993BC33-40D0-7351-6D9C-BB6E75A95EE1}"/>
              </a:ext>
            </a:extLst>
          </p:cNvPr>
          <p:cNvSpPr/>
          <p:nvPr userDrawn="1"/>
        </p:nvSpPr>
        <p:spPr bwMode="gray">
          <a:xfrm>
            <a:off x="0" y="547199"/>
            <a:ext cx="262943" cy="709517"/>
          </a:xfrm>
          <a:prstGeom prst="rect">
            <a:avLst/>
          </a:prstGeom>
          <a:solidFill>
            <a:srgbClr val="FFF7B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General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3" name="Public" descr="{&quot;templafy&quot;:{&quot;id&quot;:&quot;7180391f-48c2-43de-ab25-c7939b6c8cd9&quot;}}" hidden="1">
            <a:extLst>
              <a:ext uri="{FF2B5EF4-FFF2-40B4-BE49-F238E27FC236}">
                <a16:creationId xmlns:a16="http://schemas.microsoft.com/office/drawing/2014/main" id="{6D8AD709-9F35-89FE-5A21-572A74FBAC5C}"/>
              </a:ext>
            </a:extLst>
          </p:cNvPr>
          <p:cNvSpPr/>
          <p:nvPr userDrawn="1"/>
        </p:nvSpPr>
        <p:spPr bwMode="gray">
          <a:xfrm>
            <a:off x="0" y="548259"/>
            <a:ext cx="262943" cy="6187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Public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523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C35EA4"/>
          </p15:clr>
        </p15:guide>
        <p15:guide id="2" pos="7287">
          <p15:clr>
            <a:srgbClr val="C35EA4"/>
          </p15:clr>
        </p15:guide>
        <p15:guide id="3" orient="horz" pos="3884">
          <p15:clr>
            <a:srgbClr val="C35EA4"/>
          </p15:clr>
        </p15:guide>
        <p15:guide id="4" orient="horz" pos="134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7EB39CA-3AD7-DCAD-9EE3-969C721516E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5940000" tIns="1080000" rIns="0" bIns="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by: </a:t>
            </a:r>
            <a:br>
              <a:rPr lang="en-GB" dirty="0"/>
            </a:br>
            <a:r>
              <a:rPr lang="en-GB" dirty="0"/>
              <a:t>A) clicking on the icon</a:t>
            </a:r>
            <a:br>
              <a:rPr lang="en-GB" dirty="0"/>
            </a:br>
            <a:r>
              <a:rPr lang="en-GB" dirty="0"/>
              <a:t>or B) selecting this shape and choosing an image in Templafy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6FE70-59B6-AC87-507C-CEB424D60120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0416480" y="7173416"/>
            <a:ext cx="679792" cy="144000"/>
          </a:xfrm>
        </p:spPr>
        <p:txBody>
          <a:bodyPr/>
          <a:lstStyle/>
          <a:p>
            <a:fld id="{B1C4C974-51FB-4C4B-910E-CCD81FBB4E24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84F3F-CCA7-1138-E397-F036F4D5625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 rot="10800000" flipV="1">
            <a:off x="1559496" y="7173416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62FC2-7106-0197-2DB6-50E3466396B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178000" y="7173416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EDBDD80-8AEF-1F88-6927-CE301C48C1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0"/>
            <a:ext cx="5663952" cy="6861196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8" name="Textplatzhalter 3">
            <a:extLst>
              <a:ext uri="{FF2B5EF4-FFF2-40B4-BE49-F238E27FC236}">
                <a16:creationId xmlns:a16="http://schemas.microsoft.com/office/drawing/2014/main" id="{8ADFD71C-F224-420F-BE63-A063DEFF9D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0" y="980728"/>
            <a:ext cx="1607968" cy="64807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lIns="0" tIns="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tx2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+mj-lt"/>
              </a:defRPr>
            </a:lvl9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16ED3BDF-F719-C449-4F1C-D91E5FC883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888" y="3140968"/>
            <a:ext cx="4392068" cy="1799655"/>
          </a:xfrm>
        </p:spPr>
        <p:txBody>
          <a:bodyPr anchor="b"/>
          <a:lstStyle>
            <a:lvl1pPr algn="l">
              <a:lnSpc>
                <a:spcPct val="105000"/>
              </a:lnSpc>
              <a:defRPr sz="36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Name of the </a:t>
            </a:r>
            <a:br>
              <a:rPr lang="en-GB" dirty="0"/>
            </a:br>
            <a:r>
              <a:rPr lang="en-GB" dirty="0"/>
              <a:t>current chapter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B139AF02-4A7D-9A27-7B77-A1BFC370B8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888" y="5227960"/>
            <a:ext cx="4392068" cy="93789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3pPr>
            <a:lvl4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4pPr>
            <a:lvl5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5pPr>
            <a:lvl6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6pPr>
            <a:lvl7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7pPr>
            <a:lvl8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8pPr>
            <a:lvl9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r>
              <a:rPr lang="en-GB" dirty="0"/>
              <a:t>Optional short description</a:t>
            </a:r>
          </a:p>
        </p:txBody>
      </p:sp>
    </p:spTree>
    <p:extLst>
      <p:ext uri="{BB962C8B-B14F-4D97-AF65-F5344CB8AC3E}">
        <p14:creationId xmlns:p14="http://schemas.microsoft.com/office/powerpoint/2010/main" val="1091740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20">
          <p15:clr>
            <a:srgbClr val="C35EA4"/>
          </p15:clr>
        </p15:guide>
        <p15:guide id="2" pos="7287">
          <p15:clr>
            <a:srgbClr val="C35EA4"/>
          </p15:clr>
        </p15:guide>
        <p15:guide id="3" orient="horz" pos="3884">
          <p15:clr>
            <a:srgbClr val="C35EA4"/>
          </p15:clr>
        </p15:guide>
        <p15:guide id="4" orient="horz" pos="1979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7">
            <a:extLst>
              <a:ext uri="{FF2B5EF4-FFF2-40B4-BE49-F238E27FC236}">
                <a16:creationId xmlns:a16="http://schemas.microsoft.com/office/drawing/2014/main" id="{F81DB133-05A6-9B0F-11E3-79207B07B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12CD28C3-31E7-FA68-9CFD-1841A42750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/>
          <a:p>
            <a:r>
              <a:rPr lang="en-GB" dirty="0"/>
              <a:t>Click to add title</a:t>
            </a: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6C134EEB-22AC-95AD-2B02-0C41A43C8E19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D6F9C74F-7E94-E848-AE50-F248994ABA05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19304" y="1628800"/>
            <a:ext cx="10948824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877AD-E8BD-5759-91DD-F4E084F2088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D27F4C84-B94E-461A-86D1-B00C5C2F1F2F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56F4C-F081-E9D9-AAB4-6017E1F9D0F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96221B-0202-0B08-D314-2FA5EAA472C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490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pos="7287" userDrawn="1">
          <p15:clr>
            <a:srgbClr val="C35EA4"/>
          </p15:clr>
        </p15:guide>
        <p15:guide id="3" orient="horz" pos="1026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orient="horz" pos="346" userDrawn="1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|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754D634-BD18-39E6-8483-BE7B9501F6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3941F6B4-9EE0-6100-AFF8-51509692B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67182A42-0269-9C0D-842B-DA1D3DD49BF1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EF5CC9E-08F7-35CB-9D82-649B73E65E7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23888" y="1628800"/>
            <a:ext cx="5327480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0455764F-FD40-2C2B-D143-51100286455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6240016" y="1628800"/>
            <a:ext cx="5327480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D2B38-A9A0-FF3E-CDBA-813F7CD6456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B14C448-EA8E-411E-A5C1-EB33961C9505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E445B-412B-E741-8E28-28A5480733B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889D58-F54E-ED29-A5C2-2DC8671F0C4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157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 userDrawn="1">
          <p15:clr>
            <a:srgbClr val="C35EA4"/>
          </p15:clr>
        </p15:guide>
        <p15:guide id="2" pos="3931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pos="393" userDrawn="1">
          <p15:clr>
            <a:srgbClr val="C35EA4"/>
          </p15:clr>
        </p15:guide>
        <p15:guide id="5" orient="horz" pos="1026" userDrawn="1">
          <p15:clr>
            <a:srgbClr val="C35EA4"/>
          </p15:clr>
        </p15:guide>
        <p15:guide id="6" orient="horz" pos="3884" userDrawn="1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| 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D35ABC2B-6C2D-F4FA-A2BB-5C3ED5EAA9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BFCE963F-2BF4-8AB0-6653-598193D2D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Untertitel 2">
            <a:extLst>
              <a:ext uri="{FF2B5EF4-FFF2-40B4-BE49-F238E27FC236}">
                <a16:creationId xmlns:a16="http://schemas.microsoft.com/office/drawing/2014/main" id="{E1DA9873-6390-E301-1D9A-0E0BB7086D74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8287DA8-B9E8-518D-5B91-CA12671CE750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23888" y="1628800"/>
            <a:ext cx="3455987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(</a:t>
            </a:r>
            <a:r>
              <a:rPr lang="en-GB" dirty="0"/>
              <a:t>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64804F77-1A34-186D-0D6B-AB5C91062D1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367213" y="1628800"/>
            <a:ext cx="7200283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FCE014-120C-02B2-F15D-BBC44E3BBC2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5B0135A-2B8C-468D-8015-6F69290C986F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9275FF-0FAE-0927-FE90-1CAB60CF157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E3B28-F2EF-2670-1D61-90BDA6A3B1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923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0" userDrawn="1">
          <p15:clr>
            <a:srgbClr val="C35EA4"/>
          </p15:clr>
        </p15:guide>
        <p15:guide id="2" pos="2751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pos="393" userDrawn="1">
          <p15:clr>
            <a:srgbClr val="C35EA4"/>
          </p15:clr>
        </p15:guide>
        <p15:guide id="5" orient="horz" pos="1026" userDrawn="1">
          <p15:clr>
            <a:srgbClr val="C35EA4"/>
          </p15:clr>
        </p15:guide>
        <p15:guide id="6" orient="horz" pos="3884" userDrawn="1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5D7F216-2C7E-C738-2C53-C625FE42AA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10" name="Titel 11">
            <a:extLst>
              <a:ext uri="{FF2B5EF4-FFF2-40B4-BE49-F238E27FC236}">
                <a16:creationId xmlns:a16="http://schemas.microsoft.com/office/drawing/2014/main" id="{FD2B432C-296B-159C-AD3B-BD4B25DB1D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5C1C0667-4E51-C1E0-6C1E-96AEDEB36F2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C9B062A-B771-64E2-E83C-6A68B1B6DE13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887" y="1628800"/>
            <a:ext cx="5327481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5CC8EBC0-76BE-1539-4B00-712DDDAC37E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6240524" y="1628800"/>
            <a:ext cx="2519474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18" name="Inhaltsplatzhalter 3">
            <a:extLst>
              <a:ext uri="{FF2B5EF4-FFF2-40B4-BE49-F238E27FC236}">
                <a16:creationId xmlns:a16="http://schemas.microsoft.com/office/drawing/2014/main" id="{8CC34F41-EB45-D5B7-FC9B-8FF89BE5233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9048750" y="1628800"/>
            <a:ext cx="2519474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87F02C-1151-E990-B9C4-4EA153141C3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5EC03CBB-C59D-4859-BA4D-A2B4DA34069A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DF15ED-849F-B716-A403-1E2FA625C13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594E8-82F3-A1F8-0A21-B4FF8283B87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6375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 userDrawn="1">
          <p15:clr>
            <a:srgbClr val="C35EA4"/>
          </p15:clr>
        </p15:guide>
        <p15:guide id="2" pos="393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pos="3749" userDrawn="1">
          <p15:clr>
            <a:srgbClr val="C35EA4"/>
          </p15:clr>
        </p15:guide>
        <p15:guide id="6" pos="3931" userDrawn="1">
          <p15:clr>
            <a:srgbClr val="C35EA4"/>
          </p15:clr>
        </p15:guide>
        <p15:guide id="7" pos="5518" userDrawn="1">
          <p15:clr>
            <a:srgbClr val="C35EA4"/>
          </p15:clr>
        </p15:guide>
        <p15:guide id="8" pos="5700" userDrawn="1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FE7C349-56FA-3C16-CDB7-1D98B79BF2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15" name="Titel 11">
            <a:extLst>
              <a:ext uri="{FF2B5EF4-FFF2-40B4-BE49-F238E27FC236}">
                <a16:creationId xmlns:a16="http://schemas.microsoft.com/office/drawing/2014/main" id="{AF35B1FE-D82F-AEF7-E6BB-8BF963F4B8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4C4337D0-9BFA-6BDE-7A72-5F959F5BF27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F6908F06-BB76-37BA-599B-8D4654E2A95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887" y="1628800"/>
            <a:ext cx="5327481" cy="2088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19" name="Inhaltsplatzhalter 3">
            <a:extLst>
              <a:ext uri="{FF2B5EF4-FFF2-40B4-BE49-F238E27FC236}">
                <a16:creationId xmlns:a16="http://schemas.microsoft.com/office/drawing/2014/main" id="{3D71255E-402E-BBD9-DB9C-4C6AC7CE108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623888" y="4005064"/>
            <a:ext cx="5327650" cy="216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0" name="Inhaltsplatzhalter 3">
            <a:extLst>
              <a:ext uri="{FF2B5EF4-FFF2-40B4-BE49-F238E27FC236}">
                <a16:creationId xmlns:a16="http://schemas.microsoft.com/office/drawing/2014/main" id="{023FC25F-46DF-54AF-CF9C-99B4E06F84C6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6240463" y="1628800"/>
            <a:ext cx="5327761" cy="2088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1" name="Inhaltsplatzhalter 3">
            <a:extLst>
              <a:ext uri="{FF2B5EF4-FFF2-40B4-BE49-F238E27FC236}">
                <a16:creationId xmlns:a16="http://schemas.microsoft.com/office/drawing/2014/main" id="{5789ECBE-7083-3E65-94E4-3E6ED4AEE2B9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 bwMode="gray">
          <a:xfrm>
            <a:off x="6240463" y="4005064"/>
            <a:ext cx="5327761" cy="216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173BD-018A-4BE0-C0E9-2BC3BC1F54A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DAD19536-35C4-4C44-89D7-A067FE2064AD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750122-E984-AD2C-C998-F8BE876FAD0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D4237-6D16-E873-C696-B8ACF07ECE2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79071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 userDrawn="1">
          <p15:clr>
            <a:srgbClr val="C35EA4"/>
          </p15:clr>
        </p15:guide>
        <p15:guide id="2" pos="393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pos="3749" userDrawn="1">
          <p15:clr>
            <a:srgbClr val="C35EA4"/>
          </p15:clr>
        </p15:guide>
        <p15:guide id="6" pos="3931" userDrawn="1">
          <p15:clr>
            <a:srgbClr val="C35EA4"/>
          </p15:clr>
        </p15:guide>
        <p15:guide id="7" orient="horz" pos="2341" userDrawn="1">
          <p15:clr>
            <a:srgbClr val="C35EA4"/>
          </p15:clr>
        </p15:guide>
        <p15:guide id="8" orient="horz" pos="2523" userDrawn="1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8F9B59B-5FBD-AC90-222D-13ABDC559D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61D3FC73-24BA-D1C7-4866-00145C7430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62FCBF7C-B743-0832-5FDD-045233FBFF2C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70D94968-DE98-4FDF-EC75-55544A9CDFB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23888" y="1628800"/>
            <a:ext cx="5327480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15" name="Bildplatzhalter 8">
            <a:extLst>
              <a:ext uri="{FF2B5EF4-FFF2-40B4-BE49-F238E27FC236}">
                <a16:creationId xmlns:a16="http://schemas.microsoft.com/office/drawing/2014/main" id="{B669626A-D981-7FA4-3B7F-04120D4B9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40464" y="1628775"/>
            <a:ext cx="5327650" cy="4535487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02D1B-157E-9C2C-933C-ABAF0073913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3C501631-473F-4ACB-8089-3AAD7088E980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8833D8-DEEF-E22B-B10C-A705D4B896F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31E6DC-CE54-FF11-8EDE-578A0BC814B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0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 userDrawn="1">
          <p15:clr>
            <a:srgbClr val="C35EA4"/>
          </p15:clr>
        </p15:guide>
        <p15:guide id="2" pos="3931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pos="393" userDrawn="1">
          <p15:clr>
            <a:srgbClr val="C35EA4"/>
          </p15:clr>
        </p15:guide>
        <p15:guide id="5" orient="horz" pos="1026" userDrawn="1">
          <p15:clr>
            <a:srgbClr val="C35EA4"/>
          </p15:clr>
        </p15:guide>
        <p15:guide id="6" orient="horz" pos="3884" userDrawn="1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fik 27">
            <a:extLst>
              <a:ext uri="{FF2B5EF4-FFF2-40B4-BE49-F238E27FC236}">
                <a16:creationId xmlns:a16="http://schemas.microsoft.com/office/drawing/2014/main" id="{7749A286-A2AF-41E3-9775-3B9DC136E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6331" r="21519" b="14439"/>
          <a:stretch>
            <a:fillRect/>
          </a:stretch>
        </p:blipFill>
        <p:spPr bwMode="gray">
          <a:xfrm>
            <a:off x="5015880" y="1340769"/>
            <a:ext cx="2798152" cy="1537131"/>
          </a:xfrm>
          <a:custGeom>
            <a:avLst/>
            <a:gdLst>
              <a:gd name="connsiteX0" fmla="*/ 0 w 2798152"/>
              <a:gd name="connsiteY0" fmla="*/ 0 h 1537131"/>
              <a:gd name="connsiteX1" fmla="*/ 2798152 w 2798152"/>
              <a:gd name="connsiteY1" fmla="*/ 0 h 1537131"/>
              <a:gd name="connsiteX2" fmla="*/ 2798152 w 2798152"/>
              <a:gd name="connsiteY2" fmla="*/ 288006 h 1537131"/>
              <a:gd name="connsiteX3" fmla="*/ 288032 w 2798152"/>
              <a:gd name="connsiteY3" fmla="*/ 288006 h 1537131"/>
              <a:gd name="connsiteX4" fmla="*/ 288032 w 2798152"/>
              <a:gd name="connsiteY4" fmla="*/ 1537131 h 1537131"/>
              <a:gd name="connsiteX5" fmla="*/ 0 w 2798152"/>
              <a:gd name="connsiteY5" fmla="*/ 1537131 h 1537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98152" h="1537131">
                <a:moveTo>
                  <a:pt x="0" y="0"/>
                </a:moveTo>
                <a:lnTo>
                  <a:pt x="2798152" y="0"/>
                </a:lnTo>
                <a:lnTo>
                  <a:pt x="2798152" y="288006"/>
                </a:lnTo>
                <a:lnTo>
                  <a:pt x="288032" y="288006"/>
                </a:lnTo>
                <a:lnTo>
                  <a:pt x="288032" y="1537131"/>
                </a:lnTo>
                <a:lnTo>
                  <a:pt x="0" y="1537131"/>
                </a:lnTo>
                <a:close/>
              </a:path>
            </a:pathLst>
          </a:cu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CF4E889B-7ADC-4917-816D-CCBF41047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4367808" y="6092792"/>
            <a:ext cx="3096000" cy="72008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7947676C-82C8-3F44-7E37-317091044E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DC4B6462-A7B2-7FF6-12D0-23E95ADD8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45A11F77-19ED-2E9B-EB73-AB737D7C0749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651CE060-6679-FF6A-E823-6B996A3292C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303912" y="1628800"/>
            <a:ext cx="4392000" cy="2880000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17" name="Bildplatzhalter 8">
            <a:extLst>
              <a:ext uri="{FF2B5EF4-FFF2-40B4-BE49-F238E27FC236}">
                <a16:creationId xmlns:a16="http://schemas.microsoft.com/office/drawing/2014/main" id="{61510ECA-B8F3-DCA3-6314-EF8C1D6A770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367808" y="4149584"/>
            <a:ext cx="3096000" cy="1942704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C10D86C3-3211-9536-E2CE-873CF639314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23888" y="1628800"/>
            <a:ext cx="3455987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668B2-A803-86CC-3C9E-3B7803473C3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5A38EC8-C8D0-4664-B568-A70185B74B70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72173-91AF-FBF6-64D7-55294463A15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217E3-AE2E-1250-962D-2CCDDAC1B31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00735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0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pos="393" userDrawn="1">
          <p15:clr>
            <a:srgbClr val="C35EA4"/>
          </p15:clr>
        </p15:guide>
        <p15:guide id="5" orient="horz" pos="1026" userDrawn="1">
          <p15:clr>
            <a:srgbClr val="C35EA4"/>
          </p15:clr>
        </p15:guide>
        <p15:guide id="6" orient="horz" pos="3884" userDrawn="1">
          <p15:clr>
            <a:srgbClr val="C35EA4"/>
          </p15:clr>
        </p15:guide>
        <p15:guide id="7" pos="2751" userDrawn="1">
          <p15:clr>
            <a:srgbClr val="C35E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icture |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FA531D7-11F6-5F3E-85D7-0A9F91FA79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1C02FCF-6B63-7363-7C48-60727DAD34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8376D0C1-D737-6B0D-6EAF-ECF21FC56801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BD949D42-C9DD-F392-F20C-D1A4290E28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847528" y="1917304"/>
            <a:ext cx="4104000" cy="4248000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CC577A71-39FD-4FF2-2159-66D6FF3C8F6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 bwMode="gray">
          <a:xfrm>
            <a:off x="6240016" y="1628775"/>
            <a:ext cx="5327480" cy="453602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33FCBF-1E03-71F7-B9B3-00A499B18E7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F20DE3A-4448-44A2-BE15-949A36CC104F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D7555-AFB6-2919-E3A3-C93C649AF4E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7FEA5-B8A2-79A6-B85D-3C005621E38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1860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pos="7287" userDrawn="1">
          <p15:clr>
            <a:srgbClr val="C35EA4"/>
          </p15:clr>
        </p15:guide>
        <p15:guide id="3" orient="horz" pos="1026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pos="5518" userDrawn="1">
          <p15:clr>
            <a:srgbClr val="C35EA4"/>
          </p15:clr>
        </p15:guide>
        <p15:guide id="6" pos="5700" userDrawn="1">
          <p15:clr>
            <a:srgbClr val="C35E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 | 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7D9C53D9-353D-FD74-F4CF-3BC7EEDA9A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19" name="Titel 11">
            <a:extLst>
              <a:ext uri="{FF2B5EF4-FFF2-40B4-BE49-F238E27FC236}">
                <a16:creationId xmlns:a16="http://schemas.microsoft.com/office/drawing/2014/main" id="{0CD53484-74C3-5A20-B15E-0B122173E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3C7F5A71-FE70-7FD9-1179-9DFAC7D2E89C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8AAC3E-1004-AF87-78A7-0431B7C260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23888" y="1628800"/>
            <a:ext cx="3455987" cy="2087538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3430334A-76F6-1D09-E3D8-A32C54286223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888" y="4005064"/>
            <a:ext cx="3455988" cy="21607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1D451643-B65D-0F03-16B6-644B06907CE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4367807" y="1628800"/>
            <a:ext cx="3456979" cy="2087538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25" name="Inhaltsplatzhalter 3">
            <a:extLst>
              <a:ext uri="{FF2B5EF4-FFF2-40B4-BE49-F238E27FC236}">
                <a16:creationId xmlns:a16="http://schemas.microsoft.com/office/drawing/2014/main" id="{88FA0185-42CE-E2E8-0F7B-A298617A83C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 bwMode="gray">
          <a:xfrm>
            <a:off x="4367212" y="4005064"/>
            <a:ext cx="3457575" cy="216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CAAFEFA2-5336-5BB1-B226-E380686617F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8112125" y="1628800"/>
            <a:ext cx="3456979" cy="2087538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27" name="Inhaltsplatzhalter 3">
            <a:extLst>
              <a:ext uri="{FF2B5EF4-FFF2-40B4-BE49-F238E27FC236}">
                <a16:creationId xmlns:a16="http://schemas.microsoft.com/office/drawing/2014/main" id="{3EAE76DA-F235-5EA4-E50C-88F3156732AE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 bwMode="gray">
          <a:xfrm>
            <a:off x="8112125" y="4005064"/>
            <a:ext cx="3456099" cy="2160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(</a:t>
            </a:r>
            <a:r>
              <a:rPr lang="en-GB" dirty="0"/>
              <a:t>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E5789-8885-CE06-4EB9-47212A486A5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820D18C-5CDC-42F2-AD92-0EF6F4BDD0B1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3C795-89F2-6F19-B9C8-D429BF2DCAC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56621-E929-413E-1950-0D5F9A567AF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535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 userDrawn="1">
          <p15:clr>
            <a:srgbClr val="C35EA4"/>
          </p15:clr>
        </p15:guide>
        <p15:guide id="2" pos="393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pos="2751" userDrawn="1">
          <p15:clr>
            <a:srgbClr val="C35EA4"/>
          </p15:clr>
        </p15:guide>
        <p15:guide id="6" pos="4929" userDrawn="1">
          <p15:clr>
            <a:srgbClr val="C35EA4"/>
          </p15:clr>
        </p15:guide>
        <p15:guide id="7" orient="horz" pos="2341" userDrawn="1">
          <p15:clr>
            <a:srgbClr val="C35EA4"/>
          </p15:clr>
        </p15:guide>
        <p15:guide id="8" orient="horz" pos="2523" userDrawn="1">
          <p15:clr>
            <a:srgbClr val="C35EA4"/>
          </p15:clr>
        </p15:guide>
        <p15:guide id="9" pos="5110" userDrawn="1">
          <p15:clr>
            <a:srgbClr val="C35EA4"/>
          </p15:clr>
        </p15:guide>
        <p15:guide id="10" pos="2570" userDrawn="1">
          <p15:clr>
            <a:srgbClr val="C35E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|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5976000" rIns="288000" bIns="2736000" anchor="ctr"/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latin typeface="+mn-lt"/>
              </a:defRPr>
            </a:lvl1pPr>
          </a:lstStyle>
          <a:p>
            <a:pPr lvl="0"/>
            <a:r>
              <a:rPr lang="en-GB" sz="1000" dirty="0">
                <a:solidFill>
                  <a:schemeClr val="tx1"/>
                </a:solidFill>
              </a:rPr>
              <a:t>Please insert an image using the "Insert" tab and click on the "Images" button. </a:t>
            </a:r>
            <a:br>
              <a:rPr lang="en-GB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Alternatively, right-click on the gradient and the title placeholder and place them in the background. Insert the image by clicking on the icon and place it in the background again.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927B0B4F-F2D0-E42F-AFCB-5B1F56902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0" y="0"/>
            <a:ext cx="12192000" cy="6857999"/>
          </a:xfrm>
          <a:gradFill>
            <a:gsLst>
              <a:gs pos="0">
                <a:srgbClr val="000000">
                  <a:alpha val="80000"/>
                </a:srgbClr>
              </a:gs>
              <a:gs pos="75000">
                <a:srgbClr val="000000">
                  <a:alpha val="0"/>
                </a:srgbClr>
              </a:gs>
            </a:gsLst>
            <a:lin ang="0" scaled="1"/>
          </a:gradFill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solidFill>
                  <a:schemeClr val="tx1">
                    <a:alpha val="0"/>
                  </a:schemeClr>
                </a:solidFill>
                <a:latin typeface="+mn-lt"/>
              </a:defRPr>
            </a:lvl9pPr>
          </a:lstStyle>
          <a:p>
            <a:r>
              <a:rPr lang="en-GB" dirty="0"/>
              <a:t> 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F3822651-1186-2EFC-CF2B-60155273A1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229188" y="2636912"/>
            <a:ext cx="9936000" cy="2952328"/>
          </a:xfrm>
        </p:spPr>
        <p:txBody>
          <a:bodyPr anchor="b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ln>
                  <a:noFill/>
                </a:ln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C32AF-F620-6D54-4C85-6D188E38A44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10416480" y="7025485"/>
            <a:ext cx="679792" cy="144000"/>
          </a:xfrm>
        </p:spPr>
        <p:txBody>
          <a:bodyPr/>
          <a:lstStyle/>
          <a:p>
            <a:fld id="{99EDFA5E-E6B0-4665-86E2-7F9A6420200A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7E5965C-FF80-716F-64D8-5BDAE87CCA4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 rot="10800000" flipV="1">
            <a:off x="1559496" y="7025485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6EAFA2-B3E4-BEE1-AF87-9BB2808D192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178000" y="7025485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2635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orient="horz" pos="346" userDrawn="1">
          <p15:clr>
            <a:srgbClr val="C35EA4"/>
          </p15:clr>
        </p15:guide>
        <p15:guide id="3" orient="horz" pos="3884" userDrawn="1">
          <p15:clr>
            <a:srgbClr val="C35EA4"/>
          </p15:clr>
        </p15:guide>
        <p15:guide id="5" pos="7287" userDrawn="1">
          <p15:clr>
            <a:srgbClr val="C35E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|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5976000" rIns="288000" bIns="2736000" anchor="ctr"/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latin typeface="+mn-lt"/>
              </a:defRPr>
            </a:lvl1pPr>
          </a:lstStyle>
          <a:p>
            <a:pPr lvl="0"/>
            <a:r>
              <a:rPr lang="en-GB" sz="1000" dirty="0">
                <a:solidFill>
                  <a:schemeClr val="tx1"/>
                </a:solidFill>
              </a:rPr>
              <a:t>Please insert an image using the "Insert" tab and click on the "Images" button. </a:t>
            </a:r>
            <a:br>
              <a:rPr lang="en-GB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Alternatively, right-click on the gradient and the title placeholder and place them in the background. Insert the image by clicking on the icon and place it in the background again.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03752-A83E-2F9C-F3AC-4CF5722714A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416480" y="7101408"/>
            <a:ext cx="679792" cy="144000"/>
          </a:xfrm>
        </p:spPr>
        <p:txBody>
          <a:bodyPr/>
          <a:lstStyle/>
          <a:p>
            <a:fld id="{47207C87-E617-4556-B2B1-65325AEB9580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EB4D0-E7F7-8E1C-7CB6-47E2B4E67D0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0800000" flipV="1">
            <a:off x="1559496" y="7101408"/>
            <a:ext cx="4392000" cy="144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F7C83-CF11-E924-AB41-DF8A0023F9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78000" y="7101408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213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orient="horz" pos="346" userDrawn="1">
          <p15:clr>
            <a:srgbClr val="C35EA4"/>
          </p15:clr>
        </p15:guide>
        <p15:guide id="3" orient="horz" pos="3884" userDrawn="1">
          <p15:clr>
            <a:srgbClr val="C35EA4"/>
          </p15:clr>
        </p15:guide>
        <p15:guide id="5" pos="7287" userDrawn="1">
          <p15:clr>
            <a:srgbClr val="C35E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>
            <a:extLst>
              <a:ext uri="{FF2B5EF4-FFF2-40B4-BE49-F238E27FC236}">
                <a16:creationId xmlns:a16="http://schemas.microsoft.com/office/drawing/2014/main" id="{517CC102-CD6F-4445-3574-5815D24A5D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D2FAED27-BA4E-0BA7-95FE-07619178CA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14824" y="1196752"/>
            <a:ext cx="4392068" cy="1871663"/>
          </a:xfrm>
        </p:spPr>
        <p:txBody>
          <a:bodyPr anchor="b"/>
          <a:lstStyle>
            <a:lvl1pPr algn="l">
              <a:lnSpc>
                <a:spcPct val="105000"/>
              </a:lnSpc>
              <a:defRPr sz="36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Big slide title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F3A7C35-727B-1C12-0A7C-06FB4B713F5C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4824" y="3355752"/>
            <a:ext cx="4392068" cy="2810098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9pPr>
          </a:lstStyle>
          <a:p>
            <a:r>
              <a:rPr lang="en-GB" dirty="0"/>
              <a:t>Subtitle or description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A12EA-5156-69EB-B0FB-F3D55008A4C6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9DF5CCC-2C60-4EBF-9601-F0CCD62763C7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603DF-8B8A-C2BF-4D9A-E58702275D4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56DC8-DC4D-5E5E-C25E-3F841876998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7878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7287" userDrawn="1">
          <p15:clr>
            <a:srgbClr val="C35EA4"/>
          </p15:clr>
        </p15:guide>
        <p15:guide id="4" pos="393" userDrawn="1">
          <p15:clr>
            <a:srgbClr val="C35EA4"/>
          </p15:clr>
        </p15:guide>
        <p15:guide id="5" orient="horz" pos="346" userDrawn="1">
          <p15:clr>
            <a:srgbClr val="C35EA4"/>
          </p15:clr>
        </p15:guide>
        <p15:guide id="6" orient="horz" pos="3884" userDrawn="1">
          <p15:clr>
            <a:srgbClr val="C35E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>
            <a:extLst>
              <a:ext uri="{FF2B5EF4-FFF2-40B4-BE49-F238E27FC236}">
                <a16:creationId xmlns:a16="http://schemas.microsoft.com/office/drawing/2014/main" id="{578834B2-09B2-C869-D39C-9822EE6067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9160427-1786-BC42-F7E9-90AB615E86E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7176540" y="1196752"/>
            <a:ext cx="4392068" cy="1871663"/>
          </a:xfrm>
        </p:spPr>
        <p:txBody>
          <a:bodyPr anchor="b"/>
          <a:lstStyle>
            <a:lvl1pPr algn="l">
              <a:lnSpc>
                <a:spcPct val="105000"/>
              </a:lnSpc>
              <a:defRPr sz="36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dirty="0"/>
              <a:t>Big slide title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FB2E505C-748C-D9E1-FFD1-8A532F17E445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7176540" y="3355752"/>
            <a:ext cx="4392068" cy="2810098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2pPr>
            <a:lvl3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3pPr>
            <a:lvl4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4pPr>
            <a:lvl5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5pPr>
            <a:lvl6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6pPr>
            <a:lvl7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7pPr>
            <a:lvl8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8pPr>
            <a:lvl9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</a:defRPr>
            </a:lvl9pPr>
          </a:lstStyle>
          <a:p>
            <a:r>
              <a:rPr lang="en-GB" dirty="0"/>
              <a:t>Subtitle or description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4E2AF-E427-DAE5-B074-377B172B9A0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86544D5-B4BB-45DA-8501-7153536FE838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55264-8798-22B2-32B6-973A4C1BC2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87D73-559C-ED40-F01D-8F0CFD13022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23900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7287" userDrawn="1">
          <p15:clr>
            <a:srgbClr val="C35EA4"/>
          </p15:clr>
        </p15:guide>
        <p15:guide id="4" pos="393" userDrawn="1">
          <p15:clr>
            <a:srgbClr val="C35EA4"/>
          </p15:clr>
        </p15:guide>
        <p15:guide id="5" orient="horz" pos="346" userDrawn="1">
          <p15:clr>
            <a:srgbClr val="C35EA4"/>
          </p15:clr>
        </p15:guide>
        <p15:guide id="6" orient="horz" pos="3884" userDrawn="1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>
            <a:extLst>
              <a:ext uri="{FF2B5EF4-FFF2-40B4-BE49-F238E27FC236}">
                <a16:creationId xmlns:a16="http://schemas.microsoft.com/office/drawing/2014/main" id="{AEBC04E3-C329-1347-F248-520BA5C496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72"/>
            <a:ext cx="5332064" cy="144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D0FD67C0-7178-26E1-24BE-E54415F8DF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B5C4E04F-626F-BFE3-9C6A-4189CB9A3ED9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9F136B-94D5-8CF5-3BAA-C7557EB7094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601A8999-8019-4F5A-AA27-84590FE0CD29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37811-4AF4-5C17-8011-DB4D7793DE3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30390-F0C6-3257-5686-5F894703275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899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pos="7287" userDrawn="1">
          <p15:clr>
            <a:srgbClr val="C35EA4"/>
          </p15:clr>
        </p15:guide>
        <p15:guide id="3" orient="horz" pos="1026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orient="horz" pos="346" userDrawn="1">
          <p15:clr>
            <a:srgbClr val="C35E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94FE4-9791-16A3-82A0-1876C087C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8CE1-0B72-4313-948D-739C0AFD0496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BCDBE-0A8D-2558-F4DC-D3974B8ED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072D2-2C76-276B-551B-7A23DF7B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4875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 userDrawn="1">
          <p15:clr>
            <a:srgbClr val="C35EA4"/>
          </p15:clr>
        </p15:guide>
        <p15:guide id="2" orient="horz" pos="346" userDrawn="1">
          <p15:clr>
            <a:srgbClr val="C35EA4"/>
          </p15:clr>
        </p15:guide>
        <p15:guide id="3" pos="393" userDrawn="1">
          <p15:clr>
            <a:srgbClr val="C35EA4"/>
          </p15:clr>
        </p15:guide>
        <p15:guide id="4" pos="7287" userDrawn="1">
          <p15:clr>
            <a:srgbClr val="C35E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>
            <a:extLst>
              <a:ext uri="{FF2B5EF4-FFF2-40B4-BE49-F238E27FC236}">
                <a16:creationId xmlns:a16="http://schemas.microsoft.com/office/drawing/2014/main" id="{3FD43221-6015-3769-8F32-3BFDEFDD8F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7614" y="1628800"/>
            <a:ext cx="3144386" cy="5232396"/>
          </a:xfrm>
          <a:prstGeom prst="rect">
            <a:avLst/>
          </a:prstGeom>
        </p:spPr>
      </p:pic>
      <p:sp>
        <p:nvSpPr>
          <p:cNvPr id="18" name="Title" title="UserProfile.Name">
            <a:extLst>
              <a:ext uri="{FF2B5EF4-FFF2-40B4-BE49-F238E27FC236}">
                <a16:creationId xmlns:a16="http://schemas.microsoft.com/office/drawing/2014/main" id="{11D5CA7E-9DD0-F0FD-25DA-21D8C5C6AF8C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559496" y="6371819"/>
            <a:ext cx="439200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defPPr>
              <a:defRPr lang="de-DE"/>
            </a:defPPr>
            <a:lvl1pPr>
              <a:defRPr sz="900">
                <a:solidFill>
                  <a:srgbClr val="4D4D4D"/>
                </a:solidFill>
                <a:latin typeface="AA Zuehlke" pitchFamily="2" charset="0"/>
              </a:defRPr>
            </a:lvl1pPr>
          </a:lstStyle>
          <a:p>
            <a:pPr lvl="0"/>
            <a:endParaRPr lang="de-CH" sz="800" kern="1200" spc="20" baseline="0" noProof="1">
              <a:solidFill>
                <a:schemeClr val="tx1"/>
              </a:solidFill>
              <a:latin typeface="AA Zuehlke" pitchFamily="2" charset="0"/>
              <a:ea typeface="+mn-ea"/>
              <a:cs typeface="+mn-cs"/>
            </a:endParaRP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DAEFCBA4-16BA-AC9A-920E-EDC01D7D19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56"/>
            <a:ext cx="5332064" cy="144016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22" name="Titel 11">
            <a:extLst>
              <a:ext uri="{FF2B5EF4-FFF2-40B4-BE49-F238E27FC236}">
                <a16:creationId xmlns:a16="http://schemas.microsoft.com/office/drawing/2014/main" id="{635656CB-9659-4C51-9D27-FA065A50A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24" name="Untertitel 2">
            <a:extLst>
              <a:ext uri="{FF2B5EF4-FFF2-40B4-BE49-F238E27FC236}">
                <a16:creationId xmlns:a16="http://schemas.microsoft.com/office/drawing/2014/main" id="{E784E2B6-CE0C-5AC9-66CF-E34F3D159917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25" name="Inhaltsplatzhalter 2">
            <a:extLst>
              <a:ext uri="{FF2B5EF4-FFF2-40B4-BE49-F238E27FC236}">
                <a16:creationId xmlns:a16="http://schemas.microsoft.com/office/drawing/2014/main" id="{A9704BBD-48D6-9C5A-31F8-518AAECD2BBA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623887" y="1628800"/>
            <a:ext cx="7200901" cy="4536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Level 1 </a:t>
            </a:r>
            <a:r>
              <a:rPr lang="en-GB" dirty="0"/>
              <a:t>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points.)</a:t>
            </a:r>
          </a:p>
          <a:p>
            <a:pPr lvl="1"/>
            <a:r>
              <a:rPr lang="en-GB" dirty="0"/>
              <a:t>Level 2 (this is a subheading)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8119D-7A17-5517-0073-239049E43EF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801B58C-E68F-4A2C-8460-19CB9C6986B2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1554A-1024-A728-D13F-E51DC0C8F1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7A787C9-45D1-1338-82BE-E9BC15175F3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5087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 userDrawn="1">
          <p15:clr>
            <a:srgbClr val="C35EA4"/>
          </p15:clr>
        </p15:guide>
        <p15:guide id="2" pos="393" userDrawn="1">
          <p15:clr>
            <a:srgbClr val="C35EA4"/>
          </p15:clr>
        </p15:guide>
        <p15:guide id="3" pos="7287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  <p15:guide id="5" pos="4929" userDrawn="1">
          <p15:clr>
            <a:srgbClr val="C35EA4"/>
          </p15:clr>
        </p15:guide>
        <p15:guide id="6" pos="5881" userDrawn="1">
          <p15:clr>
            <a:srgbClr val="C35E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9">
            <a:extLst>
              <a:ext uri="{FF2B5EF4-FFF2-40B4-BE49-F238E27FC236}">
                <a16:creationId xmlns:a16="http://schemas.microsoft.com/office/drawing/2014/main" id="{E0DC69A1-081A-C732-D744-67EE1AD12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342" y="2205038"/>
            <a:ext cx="10777657" cy="4656158"/>
          </a:xfrm>
          <a:prstGeom prst="rect">
            <a:avLst/>
          </a:prstGeom>
        </p:spPr>
      </p:pic>
      <p:sp>
        <p:nvSpPr>
          <p:cNvPr id="11" name="Year" descr="{&quot;templafy&quot;:{&quot;id&quot;:&quot;7b3ad3c9-70c3-4447-a8b0-776bcfaae48f&quot;}}">
            <a:extLst>
              <a:ext uri="{FF2B5EF4-FFF2-40B4-BE49-F238E27FC236}">
                <a16:creationId xmlns:a16="http://schemas.microsoft.com/office/drawing/2014/main" id="{7C3D10E2-AE17-CA71-DC90-8A5F1BDC83F7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091122" y="6371819"/>
            <a:ext cx="25235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/>
          <a:p>
            <a:pPr marL="0" algn="l" defTabSz="914400" rtl="0" eaLnBrk="1" latinLnBrk="0" hangingPunct="1"/>
            <a:r>
              <a:rPr lang="de-CH" sz="800" kern="1200" spc="20" baseline="0" noProof="1">
                <a:solidFill>
                  <a:schemeClr val="tx1"/>
                </a:solidFill>
                <a:latin typeface="AA Zuehlke" pitchFamily="2" charset="0"/>
                <a:ea typeface="+mn-ea"/>
                <a:cs typeface="+mn-cs"/>
              </a:rPr>
              <a:t>2026</a:t>
            </a:r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44A75D4B-9EE3-F485-D5D9-D6624F2C2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619304" y="332672"/>
            <a:ext cx="5332064" cy="1440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pPr lvl="0"/>
            <a:endParaRPr lang="en-GB" dirty="0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55525A9D-DAEA-066B-2C2B-7C3C10497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19304" y="548720"/>
            <a:ext cx="9072000" cy="432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93AAA204-9AB6-C6F2-3C9C-486C61F09516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gray">
          <a:xfrm>
            <a:off x="619304" y="980768"/>
            <a:ext cx="9072000" cy="288000"/>
          </a:xfrm>
        </p:spPr>
        <p:txBody>
          <a:bodyPr t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 baseline="0">
                <a:latin typeface="+mn-lt"/>
              </a:defRPr>
            </a:lvl9pPr>
          </a:lstStyle>
          <a:p>
            <a:r>
              <a:rPr lang="en-GB" dirty="0"/>
              <a:t>Optional subtitle of the slide</a:t>
            </a:r>
          </a:p>
        </p:txBody>
      </p:sp>
      <p:sp>
        <p:nvSpPr>
          <p:cNvPr id="2" name="Fußzeilenplatzhalter 7" descr="{&quot;templafy&quot;:{&quot;id&quot;:&quot;b1874bbb-97ef-4e61-ad5f-36dc19b7f989&quot;}}">
            <a:extLst>
              <a:ext uri="{FF2B5EF4-FFF2-40B4-BE49-F238E27FC236}">
                <a16:creationId xmlns:a16="http://schemas.microsoft.com/office/drawing/2014/main" id="{DE82E1BD-FC96-EF97-4626-229F15E33345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23888" y="6371818"/>
            <a:ext cx="442193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800" spc="20" baseline="0" dirty="0">
                <a:latin typeface="+mn-lt"/>
              </a:rPr>
              <a:t>© Zühlke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22158-7520-52E1-1586-868A5D1D431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CCA08F-ABF1-4BB5-A1A1-0E3E5D26A9D5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67189B-5ACB-0010-FFC3-F8AF2A9EE2C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E0521-D0A4-B066-E2B1-7E18175D24B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Name" descr="{&quot;templafy&quot;:{&quot;id&quot;:&quot;b1d832d3-6988-4aa1-ba8c-433387221732&quot;}}" title="UserProfile.Name">
            <a:extLst>
              <a:ext uri="{FF2B5EF4-FFF2-40B4-BE49-F238E27FC236}">
                <a16:creationId xmlns:a16="http://schemas.microsoft.com/office/drawing/2014/main" id="{D50E9AFD-FA44-F90E-7832-B620EAC4D081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561877" y="6533207"/>
            <a:ext cx="439200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defPPr>
              <a:defRPr lang="de-DE"/>
            </a:defPPr>
            <a:lvl1pPr>
              <a:defRPr sz="900">
                <a:solidFill>
                  <a:srgbClr val="4D4D4D"/>
                </a:solidFill>
                <a:latin typeface="AA Zuehlke" pitchFamily="2" charset="0"/>
              </a:defRPr>
            </a:lvl1pPr>
          </a:lstStyle>
          <a:p>
            <a:pPr algn="l"/>
            <a:r>
              <a:rPr lang="en-US" sz="800" spc="20" baseline="0" dirty="0">
                <a:solidFill>
                  <a:schemeClr val="bg1"/>
                </a:solidFill>
                <a:latin typeface="+mn-lt"/>
              </a:rPr>
              <a:t>Simic, Marko</a:t>
            </a:r>
          </a:p>
        </p:txBody>
      </p:sp>
      <p:sp>
        <p:nvSpPr>
          <p:cNvPr id="7" name="Strictly Confidential" descr="{&quot;templafy&quot;:{&quot;id&quot;:&quot;75ff590f-65b8-4387-a61a-3d297c149663&quot;}}" hidden="1">
            <a:extLst>
              <a:ext uri="{FF2B5EF4-FFF2-40B4-BE49-F238E27FC236}">
                <a16:creationId xmlns:a16="http://schemas.microsoft.com/office/drawing/2014/main" id="{5D8C1202-CC9E-0634-72D2-65A7B925A282}"/>
              </a:ext>
            </a:extLst>
          </p:cNvPr>
          <p:cNvSpPr/>
          <p:nvPr userDrawn="1"/>
        </p:nvSpPr>
        <p:spPr bwMode="gray">
          <a:xfrm>
            <a:off x="0" y="547199"/>
            <a:ext cx="262943" cy="1307758"/>
          </a:xfrm>
          <a:prstGeom prst="rect">
            <a:avLst/>
          </a:prstGeom>
          <a:solidFill>
            <a:srgbClr val="F6B1B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Highly Confidential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2" name="Restricted" descr="{&quot;templafy&quot;:{&quot;id&quot;:&quot;3db42456-7fb4-43c3-b013-ca7f0cd76140&quot;}}">
            <a:extLst>
              <a:ext uri="{FF2B5EF4-FFF2-40B4-BE49-F238E27FC236}">
                <a16:creationId xmlns:a16="http://schemas.microsoft.com/office/drawing/2014/main" id="{67C23314-03AB-84E8-91BA-DA89B3BC8461}"/>
              </a:ext>
            </a:extLst>
          </p:cNvPr>
          <p:cNvSpPr/>
          <p:nvPr userDrawn="1"/>
        </p:nvSpPr>
        <p:spPr bwMode="gray">
          <a:xfrm>
            <a:off x="0" y="548491"/>
            <a:ext cx="262943" cy="937143"/>
          </a:xfrm>
          <a:prstGeom prst="rect">
            <a:avLst/>
          </a:prstGeom>
          <a:solidFill>
            <a:srgbClr val="FFBE8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Confidential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5" name="Confidential" descr="{&quot;templafy&quot;:{&quot;id&quot;:&quot;8ef51664-341b-46dd-9894-c9c052ef2031&quot;}}" hidden="1">
            <a:extLst>
              <a:ext uri="{FF2B5EF4-FFF2-40B4-BE49-F238E27FC236}">
                <a16:creationId xmlns:a16="http://schemas.microsoft.com/office/drawing/2014/main" id="{C361C641-0879-7C65-CEDF-9DDCDED91D34}"/>
              </a:ext>
            </a:extLst>
          </p:cNvPr>
          <p:cNvSpPr/>
          <p:nvPr userDrawn="1"/>
        </p:nvSpPr>
        <p:spPr bwMode="gray">
          <a:xfrm>
            <a:off x="0" y="547199"/>
            <a:ext cx="262943" cy="709517"/>
          </a:xfrm>
          <a:prstGeom prst="rect">
            <a:avLst/>
          </a:prstGeom>
          <a:solidFill>
            <a:srgbClr val="FFF7B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General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3" name="Public" descr="{&quot;templafy&quot;:{&quot;id&quot;:&quot;9df4ba84-cc1c-40ea-abfe-7db786986830&quot;}}" hidden="1">
            <a:extLst>
              <a:ext uri="{FF2B5EF4-FFF2-40B4-BE49-F238E27FC236}">
                <a16:creationId xmlns:a16="http://schemas.microsoft.com/office/drawing/2014/main" id="{A2EE2436-1249-B2FA-24C6-AD13195A4F84}"/>
              </a:ext>
            </a:extLst>
          </p:cNvPr>
          <p:cNvSpPr/>
          <p:nvPr userDrawn="1"/>
        </p:nvSpPr>
        <p:spPr bwMode="gray">
          <a:xfrm>
            <a:off x="0" y="548259"/>
            <a:ext cx="262943" cy="6187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Public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20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pos="7287" userDrawn="1">
          <p15:clr>
            <a:srgbClr val="C35EA4"/>
          </p15:clr>
        </p15:guide>
        <p15:guide id="3" orient="horz" pos="1026" userDrawn="1">
          <p15:clr>
            <a:srgbClr val="C35EA4"/>
          </p15:clr>
        </p15:guide>
        <p15:guide id="4" orient="horz" pos="3884" userDrawn="1">
          <p15:clr>
            <a:srgbClr val="C35E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9">
            <a:extLst>
              <a:ext uri="{FF2B5EF4-FFF2-40B4-BE49-F238E27FC236}">
                <a16:creationId xmlns:a16="http://schemas.microsoft.com/office/drawing/2014/main" id="{D7FE38DB-1F80-A48E-9B81-DFC39EE472E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1196"/>
          </a:xfrm>
          <a:prstGeom prst="rect">
            <a:avLst/>
          </a:prstGeom>
        </p:spPr>
      </p:pic>
      <p:sp>
        <p:nvSpPr>
          <p:cNvPr id="9" name="Year" descr="{&quot;templafy&quot;:{&quot;id&quot;:&quot;df2bbf1d-a17f-446d-b874-21c0cad9b214&quot;}}">
            <a:extLst>
              <a:ext uri="{FF2B5EF4-FFF2-40B4-BE49-F238E27FC236}">
                <a16:creationId xmlns:a16="http://schemas.microsoft.com/office/drawing/2014/main" id="{D4749403-08B4-4B8E-0EFA-5684DA4BB62B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091122" y="6371819"/>
            <a:ext cx="25235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/>
          <a:p>
            <a:pPr marL="0" algn="l" defTabSz="914400" rtl="0" eaLnBrk="1" latinLnBrk="0" hangingPunct="1"/>
            <a:r>
              <a:rPr lang="de-CH" sz="800" kern="1200" spc="20" baseline="0" noProof="1">
                <a:solidFill>
                  <a:schemeClr val="bg1"/>
                </a:solidFill>
                <a:latin typeface="AA Zuehlke" pitchFamily="2" charset="0"/>
                <a:ea typeface="+mn-ea"/>
                <a:cs typeface="+mn-cs"/>
              </a:rPr>
              <a:t>2026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94F818CE-0743-0EF4-42B7-43FDA8A07A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1229188" y="1484784"/>
            <a:ext cx="9936000" cy="4104456"/>
          </a:xfrm>
        </p:spPr>
        <p:txBody>
          <a:bodyPr anchor="t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ln>
                  <a:noFill/>
                </a:ln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  <a:endParaRPr lang="en-GB" dirty="0"/>
          </a:p>
          <a:p>
            <a:pPr lvl="0"/>
            <a:endParaRPr lang="en-GB" dirty="0"/>
          </a:p>
        </p:txBody>
      </p:sp>
      <p:sp>
        <p:nvSpPr>
          <p:cNvPr id="2" name="Fußzeilenplatzhalter 7" descr="{&quot;templafy&quot;:{&quot;id&quot;:&quot;7453f512-fe25-448d-aeca-165ef7d1bc6f&quot;}}">
            <a:extLst>
              <a:ext uri="{FF2B5EF4-FFF2-40B4-BE49-F238E27FC236}">
                <a16:creationId xmlns:a16="http://schemas.microsoft.com/office/drawing/2014/main" id="{DA99007C-F134-2E19-B26C-CC065ECA241B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23888" y="6371818"/>
            <a:ext cx="442193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800" spc="20" baseline="0" dirty="0">
                <a:solidFill>
                  <a:schemeClr val="bg1"/>
                </a:solidFill>
                <a:latin typeface="+mn-lt"/>
              </a:rPr>
              <a:t>© Zühlke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8925C-9AC9-3463-8EAD-C2BD76D34BC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10391A-BC12-4434-9F29-5CF521ED1ECA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D08F9-643B-A9EF-0D31-E8609EBC9BC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29EB3F1-BADE-8C0C-422D-34CE18A18D5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Name" descr="{&quot;templafy&quot;:{&quot;id&quot;:&quot;14eb11d6-1d84-46b2-9faa-f33aade495f4&quot;}}" title="UserProfile.Name">
            <a:extLst>
              <a:ext uri="{FF2B5EF4-FFF2-40B4-BE49-F238E27FC236}">
                <a16:creationId xmlns:a16="http://schemas.microsoft.com/office/drawing/2014/main" id="{943536FF-03A1-B1C4-E3B9-CC61AA020214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561877" y="6533207"/>
            <a:ext cx="439200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defPPr>
              <a:defRPr lang="de-DE"/>
            </a:defPPr>
            <a:lvl1pPr>
              <a:defRPr sz="900">
                <a:solidFill>
                  <a:srgbClr val="4D4D4D"/>
                </a:solidFill>
                <a:latin typeface="AA Zuehlke" pitchFamily="2" charset="0"/>
              </a:defRPr>
            </a:lvl1pPr>
          </a:lstStyle>
          <a:p>
            <a:pPr algn="l"/>
            <a:r>
              <a:rPr lang="en-US" sz="800" spc="20" baseline="0" dirty="0">
                <a:solidFill>
                  <a:schemeClr val="bg1"/>
                </a:solidFill>
                <a:latin typeface="+mn-lt"/>
              </a:rPr>
              <a:t>Simic, Marko</a:t>
            </a:r>
          </a:p>
        </p:txBody>
      </p:sp>
    </p:spTree>
    <p:extLst>
      <p:ext uri="{BB962C8B-B14F-4D97-AF65-F5344CB8AC3E}">
        <p14:creationId xmlns:p14="http://schemas.microsoft.com/office/powerpoint/2010/main" val="36733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 userDrawn="1">
          <p15:clr>
            <a:srgbClr val="C35EA4"/>
          </p15:clr>
        </p15:guide>
        <p15:guide id="2" orient="horz" pos="346" userDrawn="1">
          <p15:clr>
            <a:srgbClr val="C35EA4"/>
          </p15:clr>
        </p15:guide>
        <p15:guide id="3" orient="horz" pos="3884" userDrawn="1">
          <p15:clr>
            <a:srgbClr val="C35EA4"/>
          </p15:clr>
        </p15:guide>
        <p15:guide id="5" pos="7287" userDrawn="1">
          <p15:clr>
            <a:srgbClr val="C35E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283B865A-706D-4ED4-B320-4B8778015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5303911" y="-459434"/>
            <a:ext cx="8568956" cy="8568954"/>
            <a:chOff x="5944242" y="4834696"/>
            <a:chExt cx="5699939" cy="5699939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E20B1E2E-38A0-4CAC-AAEB-A69ABB0637E6}"/>
                </a:ext>
              </a:extLst>
            </p:cNvPr>
            <p:cNvSpPr/>
            <p:nvPr/>
          </p:nvSpPr>
          <p:spPr bwMode="gray">
            <a:xfrm>
              <a:off x="6887488" y="6002708"/>
              <a:ext cx="4296877" cy="4296877"/>
            </a:xfrm>
            <a:prstGeom prst="ellipse">
              <a:avLst/>
            </a:prstGeom>
            <a:noFill/>
            <a:ln w="12700">
              <a:solidFill>
                <a:srgbClr val="D9D9D9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pc="20" dirty="0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2B65915C-AF19-43BD-9FC3-34F9E9CA1ADE}"/>
                </a:ext>
              </a:extLst>
            </p:cNvPr>
            <p:cNvSpPr/>
            <p:nvPr/>
          </p:nvSpPr>
          <p:spPr bwMode="gray">
            <a:xfrm>
              <a:off x="5944242" y="4834696"/>
              <a:ext cx="5699939" cy="5699939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pc="20" dirty="0"/>
            </a:p>
          </p:txBody>
        </p:sp>
      </p:grpSp>
      <p:sp>
        <p:nvSpPr>
          <p:cNvPr id="20" name="Ellipse 19">
            <a:extLst>
              <a:ext uri="{FF2B5EF4-FFF2-40B4-BE49-F238E27FC236}">
                <a16:creationId xmlns:a16="http://schemas.microsoft.com/office/drawing/2014/main" id="{7A96BF38-8BDA-4477-9756-C39FDBE22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5303911" y="-459434"/>
            <a:ext cx="8568956" cy="8568954"/>
          </a:xfrm>
          <a:prstGeom prst="ellipse">
            <a:avLst/>
          </a:prstGeom>
          <a:noFill/>
          <a:ln w="12700">
            <a:solidFill>
              <a:srgbClr val="8CD9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pc="20" dirty="0"/>
          </a:p>
        </p:txBody>
      </p:sp>
      <p:pic>
        <p:nvPicPr>
          <p:cNvPr id="5" name="Grafik 9">
            <a:extLst>
              <a:ext uri="{FF2B5EF4-FFF2-40B4-BE49-F238E27FC236}">
                <a16:creationId xmlns:a16="http://schemas.microsoft.com/office/drawing/2014/main" id="{8194C5D1-F5D4-EE45-6B40-E3D4079C94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51496" cy="4797152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18880F6C-BA0F-48B4-BC54-D8980E26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0" y="6525344"/>
            <a:ext cx="8112123" cy="332656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endParaRPr lang="de-DE" sz="1600" spc="20" dirty="0">
              <a:solidFill>
                <a:schemeClr val="bg1"/>
              </a:solidFill>
            </a:endParaRP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FC7458CD-F13A-D2D3-EF79-4ADFDA2536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3392" y="1700808"/>
            <a:ext cx="4636885" cy="1446840"/>
          </a:xfrm>
        </p:spPr>
        <p:txBody>
          <a:bodyPr anchor="b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ln>
                  <a:noFill/>
                </a:ln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  <a:latin typeface="+mj-l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F6C1320D-D741-FCC9-CAB0-42C7D110F64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951538" y="2925152"/>
            <a:ext cx="1872209" cy="1872000"/>
          </a:xfrm>
          <a:solidFill>
            <a:schemeClr val="bg1">
              <a:lumMod val="95000"/>
            </a:schemeClr>
          </a:solidFill>
        </p:spPr>
        <p:txBody>
          <a:bodyPr b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1pPr>
          </a:lstStyle>
          <a:p>
            <a:r>
              <a:rPr lang="en-GB" dirty="0"/>
              <a:t>Insert image by </a:t>
            </a:r>
            <a:br>
              <a:rPr lang="en-GB" dirty="0"/>
            </a:br>
            <a:r>
              <a:rPr lang="en-GB" dirty="0"/>
              <a:t>clicking on the icon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70A6D24D-66BF-570F-D4D2-70CD22E815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8112123" y="3573280"/>
            <a:ext cx="3455989" cy="2592570"/>
          </a:xfrm>
        </p:spPr>
        <p:txBody>
          <a:bodyPr anchor="t"/>
          <a:lstStyle>
            <a:lvl1pPr algn="l"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200" b="0">
                <a:latin typeface="+mn-lt"/>
              </a:defRPr>
            </a:lvl2pPr>
            <a:lvl3pPr marL="0" indent="0" algn="l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3pPr>
            <a:lvl4pPr marL="0" indent="0" algn="l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4pPr>
            <a:lvl5pPr marL="0" indent="0" algn="l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5pPr>
            <a:lvl6pPr marL="0" indent="0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6pPr>
            <a:lvl7pPr marL="0" indent="0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7pPr>
            <a:lvl8pPr marL="0" indent="0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8pPr>
            <a:lvl9pPr marL="0" indent="0">
              <a:spcBef>
                <a:spcPts val="600"/>
              </a:spcBef>
              <a:spcAft>
                <a:spcPts val="0"/>
              </a:spcAft>
              <a:buNone/>
              <a:tabLst>
                <a:tab pos="723900" algn="l"/>
              </a:tabLst>
              <a:defRPr sz="1200"/>
            </a:lvl9pPr>
          </a:lstStyle>
          <a:p>
            <a:pPr lvl="0"/>
            <a:r>
              <a:rPr lang="en-GB" dirty="0"/>
              <a:t>Name and Surname </a:t>
            </a:r>
          </a:p>
          <a:p>
            <a:pPr lvl="1"/>
            <a:r>
              <a:rPr lang="en-GB" dirty="0"/>
              <a:t>Position</a:t>
            </a:r>
          </a:p>
          <a:p>
            <a:pPr lvl="2"/>
            <a:r>
              <a:rPr lang="en-GB" dirty="0"/>
              <a:t>Contact details</a:t>
            </a:r>
          </a:p>
        </p:txBody>
      </p:sp>
      <p:sp>
        <p:nvSpPr>
          <p:cNvPr id="10" name="Year" descr="{&quot;templafy&quot;:{&quot;id&quot;:&quot;fa6eb347-6f1a-41a5-86ab-f3ed2331dc4f&quot;}}">
            <a:extLst>
              <a:ext uri="{FF2B5EF4-FFF2-40B4-BE49-F238E27FC236}">
                <a16:creationId xmlns:a16="http://schemas.microsoft.com/office/drawing/2014/main" id="{E1D34F92-940C-2B6C-5F29-5E129DDA2C98}"/>
              </a:ext>
            </a:extLst>
          </p:cNvPr>
          <p:cNvSpPr txBox="1">
            <a:spLocks/>
          </p:cNvSpPr>
          <p:nvPr userDrawn="1">
            <p:custDataLst>
              <p:tags r:id="rId1"/>
            </p:custDataLst>
          </p:nvPr>
        </p:nvSpPr>
        <p:spPr>
          <a:xfrm>
            <a:off x="1091122" y="6371819"/>
            <a:ext cx="25235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/>
          <a:p>
            <a:pPr marL="0" algn="l" defTabSz="914400" rtl="0" eaLnBrk="1" latinLnBrk="0" hangingPunct="1"/>
            <a:r>
              <a:rPr lang="de-CH" sz="800" kern="1200" spc="20" baseline="0" noProof="1">
                <a:solidFill>
                  <a:schemeClr val="tx1"/>
                </a:solidFill>
                <a:latin typeface="AA Zuehlke" pitchFamily="2" charset="0"/>
                <a:ea typeface="+mn-ea"/>
                <a:cs typeface="+mn-cs"/>
              </a:rPr>
              <a:t>2026</a:t>
            </a:r>
          </a:p>
        </p:txBody>
      </p:sp>
      <p:sp>
        <p:nvSpPr>
          <p:cNvPr id="4" name="Fußzeilenplatzhalter 7" descr="{&quot;templafy&quot;:{&quot;id&quot;:&quot;1c996d7c-1d8e-4a3f-b2e1-cfce78d0281c&quot;}}">
            <a:extLst>
              <a:ext uri="{FF2B5EF4-FFF2-40B4-BE49-F238E27FC236}">
                <a16:creationId xmlns:a16="http://schemas.microsoft.com/office/drawing/2014/main" id="{60A17DF3-0647-2957-255B-2671FE7FCD4B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23888" y="6371818"/>
            <a:ext cx="442193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800" spc="20" baseline="0" dirty="0">
                <a:latin typeface="+mn-lt"/>
              </a:rPr>
              <a:t>© Zühlke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A148CB-8588-2785-1B18-E7E4C7F31894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0477CB0-95D3-4BB8-A40B-0B1588BFA1D8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8EC6A69-8491-E902-7462-D90FBF455D0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B71FA19-F9F4-C37F-D2B1-C0F60B1FA0D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Name" descr="{&quot;templafy&quot;:{&quot;id&quot;:&quot;bbc6435c-78b3-4e83-82f4-fa97de65b29d&quot;}}" title="UserProfile.Name">
            <a:extLst>
              <a:ext uri="{FF2B5EF4-FFF2-40B4-BE49-F238E27FC236}">
                <a16:creationId xmlns:a16="http://schemas.microsoft.com/office/drawing/2014/main" id="{EFB70F8D-C57B-B384-F1E2-3CD3AD348A72}"/>
              </a:ext>
            </a:extLst>
          </p:cNvPr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1561877" y="6533207"/>
            <a:ext cx="439200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defPPr>
              <a:defRPr lang="de-DE"/>
            </a:defPPr>
            <a:lvl1pPr>
              <a:defRPr sz="900">
                <a:solidFill>
                  <a:srgbClr val="4D4D4D"/>
                </a:solidFill>
                <a:latin typeface="AA Zuehlke" pitchFamily="2" charset="0"/>
              </a:defRPr>
            </a:lvl1pPr>
          </a:lstStyle>
          <a:p>
            <a:pPr lvl="0"/>
            <a:r>
              <a:rPr lang="de-CH" sz="800" kern="1200" spc="20" baseline="0" noProof="1">
                <a:solidFill>
                  <a:schemeClr val="tx1"/>
                </a:solidFill>
                <a:latin typeface="AA Zuehlke" pitchFamily="2" charset="0"/>
                <a:ea typeface="+mn-ea"/>
                <a:cs typeface="+mn-cs"/>
              </a:rPr>
              <a:t>Simic, Marko</a:t>
            </a:r>
          </a:p>
        </p:txBody>
      </p:sp>
    </p:spTree>
    <p:extLst>
      <p:ext uri="{BB962C8B-B14F-4D97-AF65-F5344CB8AC3E}">
        <p14:creationId xmlns:p14="http://schemas.microsoft.com/office/powerpoint/2010/main" val="1494416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4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  <p:extLst>
    <p:ext uri="{DCECCB84-F9BA-43D5-87BE-67443E8EF086}">
      <p15:sldGuideLst xmlns:p15="http://schemas.microsoft.com/office/powerpoint/2012/main">
        <p15:guide id="1" pos="5110" userDrawn="1">
          <p15:clr>
            <a:srgbClr val="C35EA4"/>
          </p15:clr>
        </p15:guide>
        <p15:guide id="2" pos="7287" userDrawn="1">
          <p15:clr>
            <a:srgbClr val="C35EA4"/>
          </p15:clr>
        </p15:guide>
        <p15:guide id="3" orient="horz" pos="3884" userDrawn="1">
          <p15:clr>
            <a:srgbClr val="C35EA4"/>
          </p15:clr>
        </p15:guide>
        <p15:guide id="4" orient="horz" pos="346" userDrawn="1">
          <p15:clr>
            <a:srgbClr val="C35EA4"/>
          </p15:clr>
        </p15:guide>
        <p15:guide id="5" pos="393" userDrawn="1">
          <p15:clr>
            <a:srgbClr val="C35E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| big picture |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5976000" rIns="288000" bIns="2736000" anchor="ctr"/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latin typeface="+mn-lt"/>
              </a:defRPr>
            </a:lvl1pPr>
          </a:lstStyle>
          <a:p>
            <a:pPr lvl="0"/>
            <a:r>
              <a:rPr lang="en-GB" sz="1000">
                <a:solidFill>
                  <a:schemeClr val="tx1"/>
                </a:solidFill>
              </a:rPr>
              <a:t>Please insert an image using the "Insert" tab and click on the "Images" button. </a:t>
            </a:r>
            <a:br>
              <a:rPr lang="en-GB" sz="1000">
                <a:solidFill>
                  <a:schemeClr val="tx1"/>
                </a:solidFill>
              </a:rPr>
            </a:br>
            <a:r>
              <a:rPr lang="en-US" sz="1000">
                <a:solidFill>
                  <a:schemeClr val="tx1"/>
                </a:solidFill>
              </a:rPr>
              <a:t>Alternatively, right-click on the gradient and the title placeholder and place them in the background. Insert the image by clicking on the icon and place it in the background again.</a:t>
            </a:r>
            <a:endParaRPr lang="en-GB" sz="1000">
              <a:solidFill>
                <a:schemeClr val="tx1"/>
              </a:solidFill>
            </a:endParaRP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F3822651-1186-2EFC-CF2B-60155273A1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1229188" y="2636912"/>
            <a:ext cx="9936000" cy="2952328"/>
          </a:xfrm>
        </p:spPr>
        <p:txBody>
          <a:bodyPr anchor="b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ln>
                  <a:noFill/>
                </a:ln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600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0B94B-89C1-12DA-AC6E-B7A5E22432B5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rot="10800000" flipV="1">
            <a:off x="10485396" y="7339685"/>
            <a:ext cx="679792" cy="144000"/>
          </a:xfrm>
        </p:spPr>
        <p:txBody>
          <a:bodyPr/>
          <a:lstStyle/>
          <a:p>
            <a:pPr algn="r"/>
            <a:fld id="{99FDD5A6-E234-364D-BF53-77E46CEAF13B}" type="datetime1">
              <a:rPr lang="de-CH" smtClean="0"/>
              <a:t>24.09.26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3D2C1-0C6E-E21B-E740-CD44A5F6C92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 rot="10800000" flipV="1">
            <a:off x="1628412" y="7339685"/>
            <a:ext cx="4392000" cy="1440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7F857-A9A8-A647-7F50-253F7520DCB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46916" y="7339685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5822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">
          <p15:clr>
            <a:srgbClr val="C35EA4"/>
          </p15:clr>
        </p15:guide>
        <p15:guide id="2" orient="horz" pos="346">
          <p15:clr>
            <a:srgbClr val="C35EA4"/>
          </p15:clr>
        </p15:guide>
        <p15:guide id="3" orient="horz" pos="3884">
          <p15:clr>
            <a:srgbClr val="C35EA4"/>
          </p15:clr>
        </p15:guide>
        <p15:guide id="5" pos="7287">
          <p15:clr>
            <a:srgbClr val="C35E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6898AEEB-EC37-4140-99E8-7E2350EA6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623392" y="-171392"/>
            <a:ext cx="10945216" cy="72000"/>
            <a:chOff x="623392" y="5697272"/>
            <a:chExt cx="10945216" cy="180000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E8FA2B79-22D1-40B2-AB9D-AB010AF7056A}"/>
                </a:ext>
              </a:extLst>
            </p:cNvPr>
            <p:cNvGrpSpPr/>
            <p:nvPr/>
          </p:nvGrpSpPr>
          <p:grpSpPr bwMode="gray">
            <a:xfrm>
              <a:off x="623536" y="5769272"/>
              <a:ext cx="10945072" cy="36000"/>
              <a:chOff x="623536" y="4005064"/>
              <a:chExt cx="10945072" cy="576064"/>
            </a:xfrm>
            <a:solidFill>
              <a:srgbClr val="D9D9D9"/>
            </a:solidFill>
          </p:grpSpPr>
          <p:sp>
            <p:nvSpPr>
              <p:cNvPr id="47" name="Rectangle 52">
                <a:extLst>
                  <a:ext uri="{FF2B5EF4-FFF2-40B4-BE49-F238E27FC236}">
                    <a16:creationId xmlns:a16="http://schemas.microsoft.com/office/drawing/2014/main" id="{9012D874-BB13-462D-B55E-C858BBA461AF}"/>
                  </a:ext>
                </a:extLst>
              </p:cNvPr>
              <p:cNvSpPr/>
              <p:nvPr/>
            </p:nvSpPr>
            <p:spPr bwMode="gray">
              <a:xfrm>
                <a:off x="623536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48" name="Rectangle 53">
                <a:extLst>
                  <a:ext uri="{FF2B5EF4-FFF2-40B4-BE49-F238E27FC236}">
                    <a16:creationId xmlns:a16="http://schemas.microsoft.com/office/drawing/2014/main" id="{E608DABA-E295-4DEA-A06A-792BDB07FC7D}"/>
                  </a:ext>
                </a:extLst>
              </p:cNvPr>
              <p:cNvSpPr/>
              <p:nvPr/>
            </p:nvSpPr>
            <p:spPr bwMode="gray">
              <a:xfrm>
                <a:off x="1559584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49" name="Rectangle 54">
                <a:extLst>
                  <a:ext uri="{FF2B5EF4-FFF2-40B4-BE49-F238E27FC236}">
                    <a16:creationId xmlns:a16="http://schemas.microsoft.com/office/drawing/2014/main" id="{1BD8E44A-CF52-4DC4-A168-93CD88F8C8DB}"/>
                  </a:ext>
                </a:extLst>
              </p:cNvPr>
              <p:cNvSpPr/>
              <p:nvPr/>
            </p:nvSpPr>
            <p:spPr bwMode="gray">
              <a:xfrm>
                <a:off x="2495688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0" name="Rectangle 55">
                <a:extLst>
                  <a:ext uri="{FF2B5EF4-FFF2-40B4-BE49-F238E27FC236}">
                    <a16:creationId xmlns:a16="http://schemas.microsoft.com/office/drawing/2014/main" id="{C80F863D-049E-46D8-A5F9-348A04DE8FAB}"/>
                  </a:ext>
                </a:extLst>
              </p:cNvPr>
              <p:cNvSpPr/>
              <p:nvPr/>
            </p:nvSpPr>
            <p:spPr bwMode="gray">
              <a:xfrm>
                <a:off x="3431792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1" name="Rectangle 56">
                <a:extLst>
                  <a:ext uri="{FF2B5EF4-FFF2-40B4-BE49-F238E27FC236}">
                    <a16:creationId xmlns:a16="http://schemas.microsoft.com/office/drawing/2014/main" id="{BE37DCF6-FEF0-49BC-943B-B032447989BB}"/>
                  </a:ext>
                </a:extLst>
              </p:cNvPr>
              <p:cNvSpPr/>
              <p:nvPr/>
            </p:nvSpPr>
            <p:spPr bwMode="gray">
              <a:xfrm>
                <a:off x="4367896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2" name="Rectangle 57">
                <a:extLst>
                  <a:ext uri="{FF2B5EF4-FFF2-40B4-BE49-F238E27FC236}">
                    <a16:creationId xmlns:a16="http://schemas.microsoft.com/office/drawing/2014/main" id="{6DFB7014-D1B3-45BF-B4ED-8E6200D5AACB}"/>
                  </a:ext>
                </a:extLst>
              </p:cNvPr>
              <p:cNvSpPr/>
              <p:nvPr/>
            </p:nvSpPr>
            <p:spPr bwMode="gray">
              <a:xfrm>
                <a:off x="5304056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3" name="Rectangle 64">
                <a:extLst>
                  <a:ext uri="{FF2B5EF4-FFF2-40B4-BE49-F238E27FC236}">
                    <a16:creationId xmlns:a16="http://schemas.microsoft.com/office/drawing/2014/main" id="{467BF7F7-3B79-41AE-940D-115BB8BF75F4}"/>
                  </a:ext>
                </a:extLst>
              </p:cNvPr>
              <p:cNvSpPr/>
              <p:nvPr/>
            </p:nvSpPr>
            <p:spPr bwMode="gray">
              <a:xfrm>
                <a:off x="6240088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4" name="Rectangle 65">
                <a:extLst>
                  <a:ext uri="{FF2B5EF4-FFF2-40B4-BE49-F238E27FC236}">
                    <a16:creationId xmlns:a16="http://schemas.microsoft.com/office/drawing/2014/main" id="{89523DD4-1812-4D8D-8D6A-1E875B9DDEC7}"/>
                  </a:ext>
                </a:extLst>
              </p:cNvPr>
              <p:cNvSpPr/>
              <p:nvPr/>
            </p:nvSpPr>
            <p:spPr bwMode="gray">
              <a:xfrm>
                <a:off x="7176136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5" name="Rectangle 66">
                <a:extLst>
                  <a:ext uri="{FF2B5EF4-FFF2-40B4-BE49-F238E27FC236}">
                    <a16:creationId xmlns:a16="http://schemas.microsoft.com/office/drawing/2014/main" id="{8B2E08C1-5B0D-4E06-9981-3924CEF52008}"/>
                  </a:ext>
                </a:extLst>
              </p:cNvPr>
              <p:cNvSpPr/>
              <p:nvPr/>
            </p:nvSpPr>
            <p:spPr bwMode="gray">
              <a:xfrm>
                <a:off x="8112240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6" name="Rectangle 67">
                <a:extLst>
                  <a:ext uri="{FF2B5EF4-FFF2-40B4-BE49-F238E27FC236}">
                    <a16:creationId xmlns:a16="http://schemas.microsoft.com/office/drawing/2014/main" id="{35B7CC2D-A81A-499D-BBF4-7C469D2D56C8}"/>
                  </a:ext>
                </a:extLst>
              </p:cNvPr>
              <p:cNvSpPr/>
              <p:nvPr/>
            </p:nvSpPr>
            <p:spPr bwMode="gray">
              <a:xfrm>
                <a:off x="9048344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7" name="Rectangle 68">
                <a:extLst>
                  <a:ext uri="{FF2B5EF4-FFF2-40B4-BE49-F238E27FC236}">
                    <a16:creationId xmlns:a16="http://schemas.microsoft.com/office/drawing/2014/main" id="{0DEBC94D-31EE-4DF6-AB7D-D78A178606BF}"/>
                  </a:ext>
                </a:extLst>
              </p:cNvPr>
              <p:cNvSpPr/>
              <p:nvPr/>
            </p:nvSpPr>
            <p:spPr bwMode="gray">
              <a:xfrm>
                <a:off x="9984448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  <p:sp>
            <p:nvSpPr>
              <p:cNvPr id="58" name="Rectangle 69">
                <a:extLst>
                  <a:ext uri="{FF2B5EF4-FFF2-40B4-BE49-F238E27FC236}">
                    <a16:creationId xmlns:a16="http://schemas.microsoft.com/office/drawing/2014/main" id="{A9823F67-022B-49D5-814B-133E923739F7}"/>
                  </a:ext>
                </a:extLst>
              </p:cNvPr>
              <p:cNvSpPr/>
              <p:nvPr/>
            </p:nvSpPr>
            <p:spPr bwMode="gray">
              <a:xfrm>
                <a:off x="10920608" y="4005064"/>
                <a:ext cx="648000" cy="576064"/>
              </a:xfrm>
              <a:prstGeom prst="rect">
                <a:avLst/>
              </a:pr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13000"/>
                  </a:lnSpc>
                </a:pPr>
                <a:endParaRPr lang="de-DE" sz="1600" spc="20" dirty="0">
                  <a:solidFill>
                    <a:schemeClr val="tx1"/>
                  </a:solidFill>
                  <a:latin typeface="AA Zuehlke" panose="02000503060000020004" pitchFamily="2" charset="0"/>
                </a:endParaRPr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0CCDA7D9-13C7-4560-8366-55D2313E1CF0}"/>
                </a:ext>
              </a:extLst>
            </p:cNvPr>
            <p:cNvGrpSpPr/>
            <p:nvPr/>
          </p:nvGrpSpPr>
          <p:grpSpPr bwMode="gray">
            <a:xfrm>
              <a:off x="623392" y="5697272"/>
              <a:ext cx="10945216" cy="180000"/>
              <a:chOff x="623392" y="5697272"/>
              <a:chExt cx="10945216" cy="180000"/>
            </a:xfrm>
          </p:grpSpPr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F407FE5B-D105-4973-87A5-795A3C31AF0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271464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9764699F-8CFB-4ACC-B42C-BCFF752CC796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559496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Gerader Verbinder 24">
                <a:extLst>
                  <a:ext uri="{FF2B5EF4-FFF2-40B4-BE49-F238E27FC236}">
                    <a16:creationId xmlns:a16="http://schemas.microsoft.com/office/drawing/2014/main" id="{D90DE16E-E582-423A-893C-C107CAC25FA2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2207568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823737CC-6332-4F51-AEA6-A7BB803CC44D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2495600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910BE0AD-3160-48DB-A3DF-D5C1CE93581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143672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27">
                <a:extLst>
                  <a:ext uri="{FF2B5EF4-FFF2-40B4-BE49-F238E27FC236}">
                    <a16:creationId xmlns:a16="http://schemas.microsoft.com/office/drawing/2014/main" id="{48895EC1-9E0B-4F5D-AC98-CBD8C21871B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3431704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E6B72ACB-5E7B-44AB-93D6-1FB5FCC9F36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4079776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081A9F56-5D6C-4E12-A8A8-F9A69B1FE067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4367808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Gerader Verbinder 30">
                <a:extLst>
                  <a:ext uri="{FF2B5EF4-FFF2-40B4-BE49-F238E27FC236}">
                    <a16:creationId xmlns:a16="http://schemas.microsoft.com/office/drawing/2014/main" id="{71290B6F-12D9-4AED-B88D-BCDD44703211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5015880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F51CE3E3-CC73-462D-85FE-B39544A0E333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5303912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0A6D10DF-8CBF-42D2-8F3F-083FA31F7B9D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5951984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9FC7E311-A9EB-4DB5-8D3F-CAD0D8E3C37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240016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E51C5EEE-1CF3-464E-B5B8-A9E24EE8DDB9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888088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E13B9160-DD0D-47EE-BA9E-2496A2E84C3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7176120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>
                <a:extLst>
                  <a:ext uri="{FF2B5EF4-FFF2-40B4-BE49-F238E27FC236}">
                    <a16:creationId xmlns:a16="http://schemas.microsoft.com/office/drawing/2014/main" id="{3FB905D5-6E70-4A2D-8068-F777FEAB3E43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7824192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C7E7B001-AFB3-41C5-9C4F-06C30D012890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8112224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E1408577-E15E-4CCB-AEAD-36EB815E4113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8760296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>
                <a:extLst>
                  <a:ext uri="{FF2B5EF4-FFF2-40B4-BE49-F238E27FC236}">
                    <a16:creationId xmlns:a16="http://schemas.microsoft.com/office/drawing/2014/main" id="{6BFB36E6-33C2-4EF2-B4D9-E21F9F247A5A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9048328" y="5697272"/>
                <a:ext cx="0" cy="180000"/>
              </a:xfrm>
              <a:prstGeom prst="line">
                <a:avLst/>
              </a:prstGeom>
              <a:ln w="952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BE792A71-387F-4881-AB05-8FBBA7E5E4FC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9696400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4ADCBB92-2574-4552-8666-B283549223DF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9984432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A05116D5-864A-4F4E-8C6C-F9F4543D6DE8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0632504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EB2223B8-47C4-4602-A9E4-2BD1811E57E0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0920536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>
                <a:extLst>
                  <a:ext uri="{FF2B5EF4-FFF2-40B4-BE49-F238E27FC236}">
                    <a16:creationId xmlns:a16="http://schemas.microsoft.com/office/drawing/2014/main" id="{AD05AAE1-D600-48F3-BD3A-1AA114A99D6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623392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104D0A97-8556-478B-B79A-B823E7FCB530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11568608" y="5697272"/>
                <a:ext cx="0" cy="180000"/>
              </a:xfrm>
              <a:prstGeom prst="line">
                <a:avLst/>
              </a:prstGeom>
              <a:ln w="3175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AF727B06-58AC-431F-9CAE-AF9BCFE54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 rot="5400000">
            <a:off x="-2401455" y="3860553"/>
            <a:ext cx="4537545" cy="72026"/>
            <a:chOff x="9200728" y="-19008"/>
            <a:chExt cx="4537545" cy="72026"/>
          </a:xfrm>
        </p:grpSpPr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9FD5CF6C-298B-4377-B0AC-12445BAD8CFC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00728" y="-18982"/>
              <a:ext cx="0" cy="7200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DD09E1CE-EB10-40C3-8DFA-2853E9733E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3738273" y="-19008"/>
              <a:ext cx="0" cy="72000"/>
            </a:xfrm>
            <a:prstGeom prst="line">
              <a:avLst/>
            </a:prstGeom>
            <a:ln w="31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Fußzeilenplatzhalter 7" descr="{&quot;templafy&quot;:{&quot;id&quot;:&quot;b9c9f60e-a202-41c6-977a-2c50b6b6bbba&quot;}}">
            <a:extLst>
              <a:ext uri="{FF2B5EF4-FFF2-40B4-BE49-F238E27FC236}">
                <a16:creationId xmlns:a16="http://schemas.microsoft.com/office/drawing/2014/main" id="{B42C15D8-8A65-4417-B793-313E1196832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23888" y="6371818"/>
            <a:ext cx="442193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800" spc="20" baseline="0" dirty="0">
                <a:latin typeface="+mn-lt"/>
              </a:rPr>
              <a:t>© Zühlke</a:t>
            </a:r>
          </a:p>
        </p:txBody>
      </p:sp>
      <p:sp>
        <p:nvSpPr>
          <p:cNvPr id="67" name="Year" descr="{&quot;templafy&quot;:{&quot;id&quot;:&quot;35d0ee82-b9c0-4e37-b31b-01896c88a511&quot;}}">
            <a:extLst>
              <a:ext uri="{FF2B5EF4-FFF2-40B4-BE49-F238E27FC236}">
                <a16:creationId xmlns:a16="http://schemas.microsoft.com/office/drawing/2014/main" id="{6291DFA7-D6C9-580F-0350-7F1E3A2F4E46}"/>
              </a:ext>
            </a:extLst>
          </p:cNvPr>
          <p:cNvSpPr txBox="1">
            <a:spLocks/>
          </p:cNvSpPr>
          <p:nvPr userDrawn="1">
            <p:custDataLst>
              <p:tags r:id="rId27"/>
            </p:custDataLst>
          </p:nvPr>
        </p:nvSpPr>
        <p:spPr>
          <a:xfrm>
            <a:off x="1091122" y="6371819"/>
            <a:ext cx="25235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/>
          <a:p>
            <a:pPr marL="0" algn="l" defTabSz="914400" rtl="0" eaLnBrk="1" latinLnBrk="0" hangingPunct="1"/>
            <a:r>
              <a:rPr lang="de-CH" sz="800" kern="1200" spc="20" baseline="0" noProof="1">
                <a:solidFill>
                  <a:schemeClr val="tx1"/>
                </a:solidFill>
                <a:latin typeface="AA Zuehlke" pitchFamily="2" charset="0"/>
                <a:ea typeface="+mn-ea"/>
                <a:cs typeface="+mn-cs"/>
              </a:rPr>
              <a:t>2026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9DD17BF-08FE-3C56-E88C-20C01D9C62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78000" y="6371819"/>
            <a:ext cx="392400" cy="144000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|  </a:t>
            </a:r>
            <a:fld id="{8CF9DE7D-F270-4E16-BA04-5BCA8969A2EA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3" name="Titelplatzhalter 1">
            <a:extLst>
              <a:ext uri="{FF2B5EF4-FFF2-40B4-BE49-F238E27FC236}">
                <a16:creationId xmlns:a16="http://schemas.microsoft.com/office/drawing/2014/main" id="{55E6C023-57CA-5B6C-623C-6B87AECA727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19304" y="548720"/>
            <a:ext cx="9072000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add title</a:t>
            </a:r>
          </a:p>
        </p:txBody>
      </p:sp>
      <p:sp>
        <p:nvSpPr>
          <p:cNvPr id="64" name="Textplatzhalter 2">
            <a:extLst>
              <a:ext uri="{FF2B5EF4-FFF2-40B4-BE49-F238E27FC236}">
                <a16:creationId xmlns:a16="http://schemas.microsoft.com/office/drawing/2014/main" id="{1830FF81-EBFA-814D-9769-DDE6DAD0FFDB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619304" y="1628800"/>
            <a:ext cx="10948687" cy="45360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Level 1 (This is body text. </a:t>
            </a:r>
            <a:r>
              <a:rPr lang="en-US" dirty="0"/>
              <a:t>Please use the "Increase List Level" or "Decrease List Level" buttons on the “Home" tab to switch between the predefined text formats such as subheading, body text and bullet points.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Level 2 (</a:t>
            </a:r>
            <a:r>
              <a:rPr lang="en-US" dirty="0"/>
              <a:t>this is a subheading</a:t>
            </a:r>
            <a:r>
              <a:rPr lang="en-GB" dirty="0"/>
              <a:t>)</a:t>
            </a:r>
          </a:p>
          <a:p>
            <a:pPr lvl="2"/>
            <a:r>
              <a:rPr lang="en-GB" dirty="0"/>
              <a:t>Level 3 (first bullet point level)</a:t>
            </a:r>
          </a:p>
          <a:p>
            <a:pPr lvl="3"/>
            <a:r>
              <a:rPr lang="en-GB" dirty="0"/>
              <a:t>Level 4 (second bullet point level)</a:t>
            </a:r>
          </a:p>
          <a:p>
            <a:pPr lvl="4"/>
            <a:r>
              <a:rPr lang="en-GB" dirty="0"/>
              <a:t>Level 5 (third bullet point level)</a:t>
            </a:r>
          </a:p>
          <a:p>
            <a:pPr lvl="5"/>
            <a:r>
              <a:rPr lang="en-GB" dirty="0"/>
              <a:t>Level 6</a:t>
            </a:r>
          </a:p>
          <a:p>
            <a:pPr lvl="6"/>
            <a:r>
              <a:rPr lang="en-GB" dirty="0"/>
              <a:t>Level 7</a:t>
            </a:r>
          </a:p>
          <a:p>
            <a:pPr lvl="7"/>
            <a:r>
              <a:rPr lang="en-GB" dirty="0"/>
              <a:t>Level 8</a:t>
            </a:r>
          </a:p>
          <a:p>
            <a:pPr lvl="8"/>
            <a:r>
              <a:rPr lang="en-GB" dirty="0"/>
              <a:t>Level 9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E28BB-B5FE-E965-0E15-F1CED40AB3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0800000" flipV="1">
            <a:off x="1559496" y="6371819"/>
            <a:ext cx="439200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lvl1pPr>
              <a:defRPr lang="en-US" sz="800" spc="20" baseline="0">
                <a:latin typeface="AA Zuehlke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1FA289-D5D9-85F4-FFF7-4677C2CF5B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6480" y="6371819"/>
            <a:ext cx="679792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9EDFA5E-E6B0-4665-86E2-7F9A6420200A}" type="datetime1">
              <a:rPr lang="de-DE" smtClean="0"/>
              <a:t>24.09.26</a:t>
            </a:fld>
            <a:endParaRPr lang="en-GB" dirty="0"/>
          </a:p>
        </p:txBody>
      </p:sp>
      <p:sp>
        <p:nvSpPr>
          <p:cNvPr id="3" name="Name" descr="{&quot;templafy&quot;:{&quot;id&quot;:&quot;af04734d-5c8b-4284-babb-4c50e3a59b4c&quot;}}" title="UserProfile.Name">
            <a:extLst>
              <a:ext uri="{FF2B5EF4-FFF2-40B4-BE49-F238E27FC236}">
                <a16:creationId xmlns:a16="http://schemas.microsoft.com/office/drawing/2014/main" id="{769B4D6E-D95E-23ED-E840-20C8D98C5C6F}"/>
              </a:ext>
            </a:extLst>
          </p:cNvPr>
          <p:cNvSpPr txBox="1">
            <a:spLocks/>
          </p:cNvSpPr>
          <p:nvPr userDrawn="1">
            <p:custDataLst>
              <p:tags r:id="rId28"/>
            </p:custDataLst>
          </p:nvPr>
        </p:nvSpPr>
        <p:spPr>
          <a:xfrm>
            <a:off x="1561877" y="6533207"/>
            <a:ext cx="439200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>
            <a:defPPr>
              <a:defRPr lang="de-DE"/>
            </a:defPPr>
            <a:lvl1pPr>
              <a:defRPr sz="900">
                <a:solidFill>
                  <a:srgbClr val="4D4D4D"/>
                </a:solidFill>
                <a:latin typeface="AA Zuehlke" pitchFamily="2" charset="0"/>
              </a:defRPr>
            </a:lvl1pPr>
          </a:lstStyle>
          <a:p>
            <a:pPr algn="l"/>
            <a:r>
              <a:rPr lang="en-US" sz="800" spc="20" baseline="0" dirty="0">
                <a:solidFill>
                  <a:schemeClr val="tx1"/>
                </a:solidFill>
                <a:latin typeface="+mn-lt"/>
              </a:rPr>
              <a:t>Simic, Marko</a:t>
            </a:r>
          </a:p>
        </p:txBody>
      </p:sp>
      <p:sp>
        <p:nvSpPr>
          <p:cNvPr id="6" name="Strictly Confidential" descr="{&quot;templafy&quot;:{&quot;id&quot;:&quot;558fe9e8-a2db-4854-9d7e-7c25ff21ab0b&quot;}}" hidden="1">
            <a:extLst>
              <a:ext uri="{FF2B5EF4-FFF2-40B4-BE49-F238E27FC236}">
                <a16:creationId xmlns:a16="http://schemas.microsoft.com/office/drawing/2014/main" id="{F346BE2D-C01F-B9AF-7B34-A9C5D2F550EC}"/>
              </a:ext>
            </a:extLst>
          </p:cNvPr>
          <p:cNvSpPr/>
          <p:nvPr userDrawn="1"/>
        </p:nvSpPr>
        <p:spPr bwMode="gray">
          <a:xfrm>
            <a:off x="0" y="547199"/>
            <a:ext cx="262943" cy="1307758"/>
          </a:xfrm>
          <a:prstGeom prst="rect">
            <a:avLst/>
          </a:prstGeom>
          <a:solidFill>
            <a:srgbClr val="F6B1B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Highly Confidential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1" name="Restricted" descr="{&quot;templafy&quot;:{&quot;id&quot;:&quot;1efe108f-4c60-4820-bf02-2e53e7a42884&quot;}}">
            <a:extLst>
              <a:ext uri="{FF2B5EF4-FFF2-40B4-BE49-F238E27FC236}">
                <a16:creationId xmlns:a16="http://schemas.microsoft.com/office/drawing/2014/main" id="{563CC254-5A5B-F0E6-E713-7A3BA7BC9365}"/>
              </a:ext>
            </a:extLst>
          </p:cNvPr>
          <p:cNvSpPr/>
          <p:nvPr userDrawn="1"/>
        </p:nvSpPr>
        <p:spPr bwMode="gray">
          <a:xfrm>
            <a:off x="0" y="548491"/>
            <a:ext cx="262943" cy="937143"/>
          </a:xfrm>
          <a:prstGeom prst="rect">
            <a:avLst/>
          </a:prstGeom>
          <a:solidFill>
            <a:srgbClr val="FFBE8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Confidential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3" name="Confidential" descr="{&quot;templafy&quot;:{&quot;id&quot;:&quot;7abd068b-a4ce-4f78-b201-191b1d5ff397&quot;}}" hidden="1">
            <a:extLst>
              <a:ext uri="{FF2B5EF4-FFF2-40B4-BE49-F238E27FC236}">
                <a16:creationId xmlns:a16="http://schemas.microsoft.com/office/drawing/2014/main" id="{A9B37174-ADEB-23F1-930F-800D8FBA20FE}"/>
              </a:ext>
            </a:extLst>
          </p:cNvPr>
          <p:cNvSpPr/>
          <p:nvPr userDrawn="1"/>
        </p:nvSpPr>
        <p:spPr bwMode="gray">
          <a:xfrm>
            <a:off x="0" y="547199"/>
            <a:ext cx="262943" cy="709517"/>
          </a:xfrm>
          <a:prstGeom prst="rect">
            <a:avLst/>
          </a:prstGeom>
          <a:solidFill>
            <a:srgbClr val="FFF7B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General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5" name="Public" descr="{&quot;templafy&quot;:{&quot;id&quot;:&quot;842a7cf7-f29e-40d2-8d65-efb4a78c89e9&quot;}}" hidden="1">
            <a:extLst>
              <a:ext uri="{FF2B5EF4-FFF2-40B4-BE49-F238E27FC236}">
                <a16:creationId xmlns:a16="http://schemas.microsoft.com/office/drawing/2014/main" id="{AA25FFB8-A4F9-FE1C-CC6E-08C92A6C530E}"/>
              </a:ext>
            </a:extLst>
          </p:cNvPr>
          <p:cNvSpPr/>
          <p:nvPr userDrawn="1"/>
        </p:nvSpPr>
        <p:spPr bwMode="gray">
          <a:xfrm>
            <a:off x="0" y="548259"/>
            <a:ext cx="262943" cy="6187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wrap="none" lIns="54000" tIns="144000" rIns="54000" bIns="144000" rtlCol="0" anchor="ctr">
            <a:spAutoFit/>
          </a:bodyPr>
          <a:lstStyle/>
          <a:p>
            <a:pPr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000" spc="20" baseline="0" dirty="0">
                <a:solidFill>
                  <a:schemeClr val="tx1">
                    <a:lumMod val="75000"/>
                  </a:schemeClr>
                </a:solidFill>
              </a:rPr>
              <a:t>Public</a:t>
            </a:r>
            <a:endParaRPr lang="de-DE" sz="1000" spc="20" baseline="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6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649" r:id="rId2"/>
    <p:sldLayoutId id="2147483746" r:id="rId3"/>
    <p:sldLayoutId id="2147483747" r:id="rId4"/>
    <p:sldLayoutId id="2147483748" r:id="rId5"/>
    <p:sldLayoutId id="2147483650" r:id="rId6"/>
    <p:sldLayoutId id="2147483652" r:id="rId7"/>
    <p:sldLayoutId id="2147483736" r:id="rId8"/>
    <p:sldLayoutId id="2147483733" r:id="rId9"/>
    <p:sldLayoutId id="2147483734" r:id="rId10"/>
    <p:sldLayoutId id="2147483656" r:id="rId11"/>
    <p:sldLayoutId id="2147483735" r:id="rId12"/>
    <p:sldLayoutId id="2147483660" r:id="rId13"/>
    <p:sldLayoutId id="2147483738" r:id="rId14"/>
    <p:sldLayoutId id="2147483658" r:id="rId15"/>
    <p:sldLayoutId id="2147483744" r:id="rId16"/>
    <p:sldLayoutId id="2147483741" r:id="rId17"/>
    <p:sldLayoutId id="2147483742" r:id="rId18"/>
    <p:sldLayoutId id="2147483654" r:id="rId19"/>
    <p:sldLayoutId id="2147483655" r:id="rId20"/>
    <p:sldLayoutId id="2147483663" r:id="rId21"/>
    <p:sldLayoutId id="2147483737" r:id="rId22"/>
    <p:sldLayoutId id="2147483743" r:id="rId23"/>
    <p:sldLayoutId id="2147483662" r:id="rId24"/>
    <p:sldLayoutId id="2147483753" r:id="rId25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0" kern="1200" spc="2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Arial" panose="020B0604020202020204" pitchFamily="34" charset="0"/>
        <a:buNone/>
        <a:defRPr sz="1600" b="0" kern="1200" spc="2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600"/>
        </a:spcBef>
        <a:spcAft>
          <a:spcPts val="300"/>
        </a:spcAft>
        <a:buFont typeface="Arial" panose="020B0604020202020204" pitchFamily="34" charset="0"/>
        <a:buNone/>
        <a:defRPr sz="1600" kern="1200" spc="20" baseline="0">
          <a:solidFill>
            <a:schemeClr val="tx1"/>
          </a:solidFill>
          <a:latin typeface="+mj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Wingdings 2" panose="05020102010507070707" pitchFamily="18" charset="2"/>
        <a:buChar char="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3pPr>
      <a:lvl4pPr marL="432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Symbol" panose="05050102010706020507" pitchFamily="18" charset="2"/>
        <a:buChar char="-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4pPr>
      <a:lvl5pPr marL="648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Symbol" panose="05050102010706020507" pitchFamily="18" charset="2"/>
        <a:buChar char="-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5pPr>
      <a:lvl6pPr marL="648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Symbol" panose="05050102010706020507" pitchFamily="18" charset="2"/>
        <a:buChar char="-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6pPr>
      <a:lvl7pPr marL="648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Symbol" panose="05050102010706020507" pitchFamily="18" charset="2"/>
        <a:buChar char="-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7pPr>
      <a:lvl8pPr marL="648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Symbol" panose="05050102010706020507" pitchFamily="18" charset="2"/>
        <a:buChar char="-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8pPr>
      <a:lvl9pPr marL="648000" indent="-216000" algn="l" defTabSz="914400" rtl="0" eaLnBrk="1" latinLnBrk="0" hangingPunct="1">
        <a:lnSpc>
          <a:spcPct val="120000"/>
        </a:lnSpc>
        <a:spcBef>
          <a:spcPts val="200"/>
        </a:spcBef>
        <a:spcAft>
          <a:spcPts val="300"/>
        </a:spcAft>
        <a:buFont typeface="Symbol" panose="05050102010706020507" pitchFamily="18" charset="2"/>
        <a:buChar char="-"/>
        <a:defRPr sz="1600" kern="1200" spc="2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10.xml"/><Relationship Id="rId7" Type="http://schemas.openxmlformats.org/officeDocument/2006/relationships/oleObject" Target="../embeddings/oleObject1.bin"/><Relationship Id="rId2" Type="http://schemas.openxmlformats.org/officeDocument/2006/relationships/customXml" Target="../../customXml/item135.xml"/><Relationship Id="rId1" Type="http://schemas.openxmlformats.org/officeDocument/2006/relationships/customXml" Target="../../customXml/item134.xml"/><Relationship Id="rId6" Type="http://schemas.openxmlformats.org/officeDocument/2006/relationships/image" Target="../media/image6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9.jpeg"/><Relationship Id="rId2" Type="http://schemas.openxmlformats.org/officeDocument/2006/relationships/customXml" Target="../../customXml/item75.xml"/><Relationship Id="rId1" Type="http://schemas.openxmlformats.org/officeDocument/2006/relationships/customXml" Target="../../customXml/item44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2.bin"/><Relationship Id="rId4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tags" Target="../tags/tag12.xml"/><Relationship Id="rId7" Type="http://schemas.openxmlformats.org/officeDocument/2006/relationships/oleObject" Target="../embeddings/oleObject3.bin"/><Relationship Id="rId2" Type="http://schemas.openxmlformats.org/officeDocument/2006/relationships/customXml" Target="../../customXml/item112.xml"/><Relationship Id="rId1" Type="http://schemas.openxmlformats.org/officeDocument/2006/relationships/customXml" Target="../../customXml/item79.xml"/><Relationship Id="rId6" Type="http://schemas.openxmlformats.org/officeDocument/2006/relationships/slideLayout" Target="../slideLayouts/slideLayout19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customXml" Target="../../customXml/item54.xml"/><Relationship Id="rId1" Type="http://schemas.openxmlformats.org/officeDocument/2006/relationships/customXml" Target="../../customXml/item115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15.xml"/><Relationship Id="rId7" Type="http://schemas.openxmlformats.org/officeDocument/2006/relationships/image" Target="../media/image13.emf"/><Relationship Id="rId2" Type="http://schemas.openxmlformats.org/officeDocument/2006/relationships/customXml" Target="../../customXml/item27.xml"/><Relationship Id="rId1" Type="http://schemas.openxmlformats.org/officeDocument/2006/relationships/customXml" Target="../../customXml/item9.xml"/><Relationship Id="rId6" Type="http://schemas.openxmlformats.org/officeDocument/2006/relationships/oleObject" Target="../embeddings/oleObject4.bin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10.emf"/><Relationship Id="rId2" Type="http://schemas.openxmlformats.org/officeDocument/2006/relationships/customXml" Target="../../customXml/item14.xml"/><Relationship Id="rId1" Type="http://schemas.openxmlformats.org/officeDocument/2006/relationships/customXml" Target="../../customXml/item96.xml"/><Relationship Id="rId6" Type="http://schemas.openxmlformats.org/officeDocument/2006/relationships/oleObject" Target="../embeddings/oleObject5.bin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15.png"/><Relationship Id="rId2" Type="http://schemas.openxmlformats.org/officeDocument/2006/relationships/customXml" Target="../../customXml/item89.xml"/><Relationship Id="rId1" Type="http://schemas.openxmlformats.org/officeDocument/2006/relationships/customXml" Target="../../customXml/item77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6.bin"/><Relationship Id="rId4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customXml" Target="../../customXml/item60.xml"/><Relationship Id="rId1" Type="http://schemas.openxmlformats.org/officeDocument/2006/relationships/customXml" Target="../../customXml/item3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20.xml"/><Relationship Id="rId7" Type="http://schemas.openxmlformats.org/officeDocument/2006/relationships/image" Target="../media/image13.emf"/><Relationship Id="rId2" Type="http://schemas.openxmlformats.org/officeDocument/2006/relationships/customXml" Target="../../customXml/item30.xml"/><Relationship Id="rId1" Type="http://schemas.openxmlformats.org/officeDocument/2006/relationships/customXml" Target="../../customXml/item63.xml"/><Relationship Id="rId6" Type="http://schemas.openxmlformats.org/officeDocument/2006/relationships/oleObject" Target="../embeddings/oleObject7.bin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21.xml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tags" Target="../tags/tag22.xml"/><Relationship Id="rId7" Type="http://schemas.microsoft.com/office/2007/relationships/hdphoto" Target="../media/hdphoto1.wdp"/><Relationship Id="rId2" Type="http://schemas.openxmlformats.org/officeDocument/2006/relationships/customXml" Target="../../customXml/item81.xml"/><Relationship Id="rId1" Type="http://schemas.openxmlformats.org/officeDocument/2006/relationships/customXml" Target="../../customXml/item94.xml"/><Relationship Id="rId6" Type="http://schemas.openxmlformats.org/officeDocument/2006/relationships/image" Target="../media/image5.png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23.xml"/><Relationship Id="rId9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A person writing on a glass board&#10;&#10;AI-generated content may be incorrect.">
            <a:extLst>
              <a:ext uri="{FF2B5EF4-FFF2-40B4-BE49-F238E27FC236}">
                <a16:creationId xmlns:a16="http://schemas.microsoft.com/office/drawing/2014/main" id="{96C88EA4-7B1C-213D-9EF1-C8ED445C7A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36AD1-C07B-AE4E-0EB7-E0FB8CA5DCE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16480" y="7173416"/>
            <a:ext cx="679792" cy="144000"/>
          </a:xfrm>
        </p:spPr>
        <p:txBody>
          <a:bodyPr/>
          <a:lstStyle/>
          <a:p>
            <a:fld id="{46E9DCF7-A317-BE45-95FD-FD168885E917}" type="datetime1">
              <a:rPr lang="de-CH" smtClean="0"/>
              <a:pPr/>
              <a:t>24.09.26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79429F-0B08-A556-BFBB-13D5DBEDE97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0800000" flipV="1">
            <a:off x="1559496" y="7173416"/>
            <a:ext cx="4392000" cy="14400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81D9C-0085-DEBD-D00B-573C1D98BF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178000" y="7173416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8CF9DE7D-F270-4E16-BA04-5BCA8969A2EA}" type="slidenum">
              <a:rPr lang="de-DE"/>
              <a:pPr/>
              <a:t>1</a:t>
            </a:fld>
            <a:endParaRPr lang="de-DE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21CDA95-4950-E7A5-38CB-C2770FE25E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0" y="0"/>
            <a:ext cx="6096000" cy="68611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0722CB69-EBA7-F08A-8819-41D2307B65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6589" y="5527427"/>
            <a:ext cx="4390080" cy="277516"/>
          </a:xfrm>
        </p:spPr>
        <p:txBody>
          <a:bodyPr/>
          <a:lstStyle/>
          <a:p>
            <a:r>
              <a:rPr lang="en-US" dirty="0" err="1"/>
              <a:t>Zühlke</a:t>
            </a:r>
            <a:r>
              <a:rPr lang="en-US" dirty="0"/>
              <a:t>, September 2026</a:t>
            </a:r>
          </a:p>
        </p:txBody>
      </p:sp>
      <p:sp>
        <p:nvSpPr>
          <p:cNvPr id="47" name="Subtitle 46">
            <a:extLst>
              <a:ext uri="{FF2B5EF4-FFF2-40B4-BE49-F238E27FC236}">
                <a16:creationId xmlns:a16="http://schemas.microsoft.com/office/drawing/2014/main" id="{C7BB28EB-FADF-FBF0-A29B-BFFAB2F34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838" y="4957093"/>
            <a:ext cx="4386831" cy="410767"/>
          </a:xfrm>
        </p:spPr>
        <p:txBody>
          <a:bodyPr/>
          <a:lstStyle/>
          <a:p>
            <a:r>
              <a:rPr lang="de-CH" dirty="0" err="1"/>
              <a:t>Veridian</a:t>
            </a:r>
            <a:r>
              <a:rPr lang="de-CH" dirty="0"/>
              <a:t> Technologies</a:t>
            </a:r>
            <a:endParaRPr lang="de-DE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CA795925-EE91-F229-581B-8BD81DF713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862" y="2947219"/>
            <a:ext cx="4385807" cy="1800199"/>
          </a:xfrm>
        </p:spPr>
        <p:txBody>
          <a:bodyPr vert="horz"/>
          <a:lstStyle/>
          <a:p>
            <a:r>
              <a:rPr lang="de-CH" dirty="0"/>
              <a:t>Smart Office</a:t>
            </a:r>
            <a:endParaRPr lang="en-GB" dirty="0"/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BDD6A39-198D-3AC7-0552-257A906EA89A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DD6A39-198D-3AC7-0552-257A906EA8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0149059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46650-C0B0-669B-21B4-28E889124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ABADE15-4DF2-CC03-7399-1FA2432C66CD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ABADE15-4DF2-CC03-7399-1FA2432C66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31D1DB85-E9ED-C598-E5DA-29B86BFDC31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93333" y="0"/>
            <a:ext cx="2898668" cy="6858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0F67C-EBE4-1C74-C2CB-8259157AF0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noProof="0" dirty="0"/>
              <a:t>EXECUTIVE SUMMARY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A6DDEC-AD8D-5396-202D-F071600DA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Executive Summary</a:t>
            </a:r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3E1998FC-96D2-0457-CBA6-0CF6048A0833}"/>
              </a:ext>
            </a:extLst>
          </p:cNvPr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rPr lang="en-GB" noProof="0" dirty="0"/>
              <a:t>Smart Office booking pilot for Veridian Technologies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03B0159-CEB5-858E-5D64-9581E829BEF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48FD5481-016D-A642-8038-50D033A7CCF4}" type="datetime1">
              <a:rPr lang="en-GB" noProof="0" smtClean="0"/>
              <a:t>24.09.26</a:t>
            </a:fld>
            <a:endParaRPr lang="en-GB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152B925-F42D-D002-9F46-136A4AFD1F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1338AD-ABC2-5147-AE4A-20B05654993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bg1"/>
                </a:solidFill>
              </a:rPr>
              <a:t>|  </a:t>
            </a:r>
            <a:fld id="{8CF9DE7D-F270-4E16-BA04-5BCA8969A2EA}" type="slidenum">
              <a:rPr lang="en-GB" noProof="0" smtClean="0">
                <a:solidFill>
                  <a:schemeClr val="bg1"/>
                </a:solidFill>
              </a:rPr>
              <a:pPr/>
              <a:t>2</a:t>
            </a:fld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E6B90233-6BEE-FE3A-ACEB-CAD221580B0E}"/>
              </a:ext>
            </a:extLst>
          </p:cNvPr>
          <p:cNvSpPr txBox="1">
            <a:spLocks/>
          </p:cNvSpPr>
          <p:nvPr/>
        </p:nvSpPr>
        <p:spPr bwMode="gray">
          <a:xfrm flipH="1">
            <a:off x="615220" y="1628775"/>
            <a:ext cx="8361099" cy="1073988"/>
          </a:xfrm>
          <a:prstGeom prst="rect">
            <a:avLst/>
          </a:prstGeom>
        </p:spPr>
        <p:txBody>
          <a:bodyPr lIns="216000" tIns="0" rIns="0" bIns="0" anchor="t" anchorCtr="0"/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spc="20" baseline="0"/>
            </a:lvl1pPr>
            <a:lvl2pPr marL="0" lvl="1"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spc="20" baseline="0">
                <a:latin typeface="+mj-lt"/>
              </a:defRPr>
            </a:lvl2pPr>
            <a:lvl3pPr marL="18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200" spc="20" baseline="0"/>
            </a:lvl3pPr>
            <a:lvl4pPr marL="36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4pPr>
            <a:lvl5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5pPr>
            <a:lvl6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6pPr>
            <a:lvl7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7pPr>
            <a:lvl8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8pPr>
            <a:lvl9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9pPr>
          </a:lstStyle>
          <a:p>
            <a:pPr lvl="1"/>
            <a:r>
              <a:rPr lang="en-GB" noProof="0" dirty="0"/>
              <a:t>Our understanding of your situation</a:t>
            </a:r>
          </a:p>
          <a:p>
            <a:r>
              <a:rPr lang="en-GB" sz="1400" noProof="0" dirty="0"/>
              <a:t>Veridian's Belgrade office (~200 employees, 150 desks, 30 parking spaces) loses usable space to no-shows and booking friction, and needs to prove the model before scaling to multiple offices and 5,000+ users.</a:t>
            </a:r>
          </a:p>
        </p:txBody>
      </p:sp>
      <p:sp>
        <p:nvSpPr>
          <p:cNvPr id="26" name="Textplatzhalter 8">
            <a:extLst>
              <a:ext uri="{FF2B5EF4-FFF2-40B4-BE49-F238E27FC236}">
                <a16:creationId xmlns:a16="http://schemas.microsoft.com/office/drawing/2014/main" id="{AB686BAD-D659-8FE3-AFE4-A0D95B74F63F}"/>
              </a:ext>
            </a:extLst>
          </p:cNvPr>
          <p:cNvSpPr txBox="1">
            <a:spLocks/>
          </p:cNvSpPr>
          <p:nvPr/>
        </p:nvSpPr>
        <p:spPr bwMode="gray">
          <a:xfrm flipH="1">
            <a:off x="615220" y="2862204"/>
            <a:ext cx="2639733" cy="3348000"/>
          </a:xfrm>
          <a:prstGeom prst="rect">
            <a:avLst/>
          </a:prstGeom>
        </p:spPr>
        <p:txBody>
          <a:bodyPr lIns="216000" tIns="0" rIns="0" bIns="0" anchor="t" anchorCtr="0"/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spc="20" baseline="0"/>
            </a:lvl1pPr>
            <a:lvl2pPr marL="0" lvl="1"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spc="20" baseline="0">
                <a:latin typeface="+mj-lt"/>
              </a:defRPr>
            </a:lvl2pPr>
            <a:lvl3pPr marL="18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200" spc="20" baseline="0"/>
            </a:lvl3pPr>
            <a:lvl4pPr marL="36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4pPr>
            <a:lvl5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5pPr>
            <a:lvl6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6pPr>
            <a:lvl7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7pPr>
            <a:lvl8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8pPr>
            <a:lvl9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9pPr>
          </a:lstStyle>
          <a:p>
            <a:pPr lvl="1"/>
            <a:r>
              <a:rPr lang="en-GB" noProof="0" dirty="0"/>
              <a:t>Our offer/solution</a:t>
            </a:r>
          </a:p>
          <a:p>
            <a:r>
              <a:rPr lang="en-GB" sz="1400" noProof="0" dirty="0"/>
              <a:t>Three value-carrying features, already proven in a working two-day PoC: auto-release backed by hardware, booking via map or Teams/Slack, and an Agentic SDLC delivery model.</a:t>
            </a:r>
          </a:p>
        </p:txBody>
      </p:sp>
      <p:sp>
        <p:nvSpPr>
          <p:cNvPr id="32" name="Textplatzhalter 8">
            <a:extLst>
              <a:ext uri="{FF2B5EF4-FFF2-40B4-BE49-F238E27FC236}">
                <a16:creationId xmlns:a16="http://schemas.microsoft.com/office/drawing/2014/main" id="{F943DC99-005C-9C24-416B-75830E52C3D0}"/>
              </a:ext>
            </a:extLst>
          </p:cNvPr>
          <p:cNvSpPr txBox="1">
            <a:spLocks/>
          </p:cNvSpPr>
          <p:nvPr/>
        </p:nvSpPr>
        <p:spPr bwMode="gray">
          <a:xfrm flipH="1">
            <a:off x="3487395" y="2862202"/>
            <a:ext cx="2628001" cy="3350359"/>
          </a:xfrm>
          <a:prstGeom prst="rect">
            <a:avLst/>
          </a:prstGeom>
        </p:spPr>
        <p:txBody>
          <a:bodyPr lIns="216000" tIns="0" rIns="0" bIns="0" anchor="t" anchorCtr="0"/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spc="20" baseline="0"/>
            </a:lvl1pPr>
            <a:lvl2pPr marL="0" lvl="1"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spc="20" baseline="0">
                <a:latin typeface="+mj-lt"/>
              </a:defRPr>
            </a:lvl2pPr>
            <a:lvl3pPr marL="18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200" spc="20" baseline="0"/>
            </a:lvl3pPr>
            <a:lvl4pPr marL="36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4pPr>
            <a:lvl5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5pPr>
            <a:lvl6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6pPr>
            <a:lvl7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7pPr>
            <a:lvl8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8pPr>
            <a:lvl9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9pPr>
          </a:lstStyle>
          <a:p>
            <a:pPr lvl="1"/>
            <a:r>
              <a:rPr lang="en-GB" noProof="0" dirty="0"/>
              <a:t>Your benefits</a:t>
            </a:r>
          </a:p>
          <a:p>
            <a:pPr lvl="1"/>
            <a:r>
              <a:rPr lang="en-GB" noProof="0" dirty="0">
                <a:latin typeface="+mn-lt"/>
              </a:rPr>
              <a:t>Stop paying for space nobody uses. Zero-friction booking through the channels employees already use. A governed, predictable delivery model that scales without a rewrite.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AF7EBD56-06C2-B31D-45FC-DBA6ED9BADF0}"/>
              </a:ext>
            </a:extLst>
          </p:cNvPr>
          <p:cNvSpPr txBox="1">
            <a:spLocks/>
          </p:cNvSpPr>
          <p:nvPr/>
        </p:nvSpPr>
        <p:spPr>
          <a:xfrm>
            <a:off x="11178000" y="6371819"/>
            <a:ext cx="392400" cy="144000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defPPr>
              <a:defRPr lang="de-DE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/>
              <a:t>|  </a:t>
            </a:r>
            <a:fld id="{8CF9DE7D-F270-4E16-BA04-5BCA8969A2EA}" type="slidenum">
              <a:rPr lang="en-GB" noProof="0" smtClean="0"/>
              <a:pPr/>
              <a:t>2</a:t>
            </a:fld>
            <a:endParaRPr lang="en-GB" noProof="0" dirty="0"/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DE1EACED-877E-06E2-1258-9EBEE7F229DD}"/>
              </a:ext>
            </a:extLst>
          </p:cNvPr>
          <p:cNvSpPr txBox="1">
            <a:spLocks/>
          </p:cNvSpPr>
          <p:nvPr/>
        </p:nvSpPr>
        <p:spPr bwMode="gray">
          <a:xfrm flipH="1">
            <a:off x="6380000" y="2862202"/>
            <a:ext cx="2595839" cy="3350359"/>
          </a:xfrm>
          <a:prstGeom prst="rect">
            <a:avLst/>
          </a:prstGeom>
        </p:spPr>
        <p:txBody>
          <a:bodyPr lIns="216000" tIns="0" rIns="0" bIns="0" anchor="t" anchorCtr="0"/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0" spc="20" baseline="0"/>
            </a:lvl1pPr>
            <a:lvl2pPr marL="0" lvl="1"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spc="20" baseline="0">
                <a:latin typeface="+mj-lt"/>
              </a:defRPr>
            </a:lvl2pPr>
            <a:lvl3pPr marL="18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200" spc="20" baseline="0"/>
            </a:lvl3pPr>
            <a:lvl4pPr marL="36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4pPr>
            <a:lvl5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5pPr>
            <a:lvl6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6pPr>
            <a:lvl7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7pPr>
            <a:lvl8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8pPr>
            <a:lvl9pPr marL="540000" indent="-180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200" spc="20" baseline="0"/>
            </a:lvl9pPr>
          </a:lstStyle>
          <a:p>
            <a:pPr lvl="1"/>
            <a:r>
              <a:rPr lang="en-GB" noProof="0" dirty="0"/>
              <a:t>Your investment</a:t>
            </a:r>
          </a:p>
          <a:p>
            <a:r>
              <a:rPr lang="en-GB" sz="1400" noProof="0" dirty="0"/>
              <a:t>Phase 1 pilot: 138 person-days, €110,400 indicative, ~9–11 weeks. Full rollout scoped and priced after the pilot proves the model.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764399-27D0-8C94-4946-5C8674C46DBC}"/>
              </a:ext>
            </a:extLst>
          </p:cNvPr>
          <p:cNvSpPr/>
          <p:nvPr/>
        </p:nvSpPr>
        <p:spPr bwMode="gray">
          <a:xfrm>
            <a:off x="9093482" y="975958"/>
            <a:ext cx="3098518" cy="1152000"/>
          </a:xfrm>
          <a:prstGeom prst="rect">
            <a:avLst/>
          </a:prstGeom>
          <a:gradFill flip="none" rotWithShape="1">
            <a:gsLst>
              <a:gs pos="23000">
                <a:srgbClr val="A841AE">
                  <a:alpha val="97409"/>
                </a:srgbClr>
              </a:gs>
              <a:gs pos="100000">
                <a:srgbClr val="2C9FE2">
                  <a:alpha val="88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72000" rtlCol="0" anchor="ctr"/>
          <a:lstStyle/>
          <a:p>
            <a:r>
              <a:rPr lang="en-GB" spc="20" noProof="0" dirty="0">
                <a:latin typeface="+mj-lt"/>
              </a:rPr>
              <a:t>Book it! </a:t>
            </a:r>
            <a:br>
              <a:rPr lang="en-GB" spc="20" noProof="0" dirty="0">
                <a:latin typeface="+mj-lt"/>
              </a:rPr>
            </a:br>
            <a:r>
              <a:rPr lang="en-GB" spc="20" noProof="0" dirty="0">
                <a:latin typeface="+mj-lt"/>
              </a:rPr>
              <a:t>Use it or lose it.</a:t>
            </a:r>
          </a:p>
        </p:txBody>
      </p:sp>
      <p:cxnSp>
        <p:nvCxnSpPr>
          <p:cNvPr id="2" name="Straight Connector 30">
            <a:extLst>
              <a:ext uri="{FF2B5EF4-FFF2-40B4-BE49-F238E27FC236}">
                <a16:creationId xmlns:a16="http://schemas.microsoft.com/office/drawing/2014/main" id="{76B83204-B2CC-19BA-184D-7A21624B645A}"/>
              </a:ext>
            </a:extLst>
          </p:cNvPr>
          <p:cNvCxnSpPr>
            <a:cxnSpLocks/>
          </p:cNvCxnSpPr>
          <p:nvPr/>
        </p:nvCxnSpPr>
        <p:spPr bwMode="gray">
          <a:xfrm flipV="1">
            <a:off x="619304" y="1628775"/>
            <a:ext cx="1" cy="1073988"/>
          </a:xfrm>
          <a:prstGeom prst="line">
            <a:avLst/>
          </a:prstGeom>
          <a:ln w="952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0">
            <a:extLst>
              <a:ext uri="{FF2B5EF4-FFF2-40B4-BE49-F238E27FC236}">
                <a16:creationId xmlns:a16="http://schemas.microsoft.com/office/drawing/2014/main" id="{ECBDD23A-884C-5FB1-6689-A42A4374FE0B}"/>
              </a:ext>
            </a:extLst>
          </p:cNvPr>
          <p:cNvCxnSpPr>
            <a:cxnSpLocks/>
          </p:cNvCxnSpPr>
          <p:nvPr/>
        </p:nvCxnSpPr>
        <p:spPr bwMode="gray">
          <a:xfrm flipV="1">
            <a:off x="619305" y="1628775"/>
            <a:ext cx="0" cy="360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30">
            <a:extLst>
              <a:ext uri="{FF2B5EF4-FFF2-40B4-BE49-F238E27FC236}">
                <a16:creationId xmlns:a16="http://schemas.microsoft.com/office/drawing/2014/main" id="{14BDD2E6-48AA-CD04-7090-7A127291306A}"/>
              </a:ext>
            </a:extLst>
          </p:cNvPr>
          <p:cNvCxnSpPr>
            <a:cxnSpLocks/>
          </p:cNvCxnSpPr>
          <p:nvPr/>
        </p:nvCxnSpPr>
        <p:spPr bwMode="gray">
          <a:xfrm flipV="1">
            <a:off x="619304" y="2906152"/>
            <a:ext cx="0" cy="3259698"/>
          </a:xfrm>
          <a:prstGeom prst="line">
            <a:avLst/>
          </a:prstGeom>
          <a:ln w="952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30">
            <a:extLst>
              <a:ext uri="{FF2B5EF4-FFF2-40B4-BE49-F238E27FC236}">
                <a16:creationId xmlns:a16="http://schemas.microsoft.com/office/drawing/2014/main" id="{665FD822-5C1D-FDF1-4386-F1B97ED113D1}"/>
              </a:ext>
            </a:extLst>
          </p:cNvPr>
          <p:cNvCxnSpPr>
            <a:cxnSpLocks/>
          </p:cNvCxnSpPr>
          <p:nvPr/>
        </p:nvCxnSpPr>
        <p:spPr bwMode="gray">
          <a:xfrm flipV="1">
            <a:off x="619304" y="2906152"/>
            <a:ext cx="0" cy="360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30">
            <a:extLst>
              <a:ext uri="{FF2B5EF4-FFF2-40B4-BE49-F238E27FC236}">
                <a16:creationId xmlns:a16="http://schemas.microsoft.com/office/drawing/2014/main" id="{51F4991F-03C7-05E4-9ED2-1881D4180C73}"/>
              </a:ext>
            </a:extLst>
          </p:cNvPr>
          <p:cNvCxnSpPr>
            <a:cxnSpLocks/>
          </p:cNvCxnSpPr>
          <p:nvPr/>
        </p:nvCxnSpPr>
        <p:spPr bwMode="gray">
          <a:xfrm flipV="1">
            <a:off x="3487396" y="2906152"/>
            <a:ext cx="0" cy="3259698"/>
          </a:xfrm>
          <a:prstGeom prst="line">
            <a:avLst/>
          </a:prstGeom>
          <a:ln w="952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0">
            <a:extLst>
              <a:ext uri="{FF2B5EF4-FFF2-40B4-BE49-F238E27FC236}">
                <a16:creationId xmlns:a16="http://schemas.microsoft.com/office/drawing/2014/main" id="{205C4164-D085-F91C-B7FA-94F2E1E8C3A5}"/>
              </a:ext>
            </a:extLst>
          </p:cNvPr>
          <p:cNvCxnSpPr>
            <a:cxnSpLocks/>
          </p:cNvCxnSpPr>
          <p:nvPr/>
        </p:nvCxnSpPr>
        <p:spPr bwMode="gray">
          <a:xfrm flipV="1">
            <a:off x="3487396" y="2906152"/>
            <a:ext cx="0" cy="360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30">
            <a:extLst>
              <a:ext uri="{FF2B5EF4-FFF2-40B4-BE49-F238E27FC236}">
                <a16:creationId xmlns:a16="http://schemas.microsoft.com/office/drawing/2014/main" id="{5541C26B-0681-2AED-A9CA-85F658B80999}"/>
              </a:ext>
            </a:extLst>
          </p:cNvPr>
          <p:cNvCxnSpPr>
            <a:cxnSpLocks/>
          </p:cNvCxnSpPr>
          <p:nvPr/>
        </p:nvCxnSpPr>
        <p:spPr bwMode="gray">
          <a:xfrm flipV="1">
            <a:off x="6380001" y="2906152"/>
            <a:ext cx="0" cy="3259698"/>
          </a:xfrm>
          <a:prstGeom prst="line">
            <a:avLst/>
          </a:prstGeom>
          <a:ln w="9525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0">
            <a:extLst>
              <a:ext uri="{FF2B5EF4-FFF2-40B4-BE49-F238E27FC236}">
                <a16:creationId xmlns:a16="http://schemas.microsoft.com/office/drawing/2014/main" id="{9BFE5680-E782-EB19-FAE3-1DD2BDDD35AB}"/>
              </a:ext>
            </a:extLst>
          </p:cNvPr>
          <p:cNvCxnSpPr>
            <a:cxnSpLocks/>
          </p:cNvCxnSpPr>
          <p:nvPr/>
        </p:nvCxnSpPr>
        <p:spPr bwMode="gray">
          <a:xfrm flipV="1">
            <a:off x="6380001" y="2906152"/>
            <a:ext cx="0" cy="360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B2562EF-C6B0-CA6D-43AF-B15BE4AC5483}"/>
              </a:ext>
            </a:extLst>
          </p:cNvPr>
          <p:cNvSpPr txBox="1"/>
          <p:nvPr/>
        </p:nvSpPr>
        <p:spPr bwMode="gray">
          <a:xfrm>
            <a:off x="3571875" y="75723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16000" indent="-216000" algn="l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¡"/>
            </a:pPr>
            <a:endParaRPr lang="en-GB" sz="1600" spc="20" noProof="0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993996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39CC974-20CF-9555-4F19-F67533BB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1D95C140-456C-42EF-B785-1945E8B0A593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27" imgH="327" progId="TCLayout.ActiveDocument.1">
                  <p:embed/>
                </p:oleObj>
              </mc:Choice>
              <mc:Fallback>
                <p:oleObj name="think-cell Slide" r:id="rId7" imgW="327" imgH="327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1D95C140-456C-42EF-B785-1945E8B0A5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8">
            <a:extLst>
              <a:ext uri="{FF2B5EF4-FFF2-40B4-BE49-F238E27FC236}">
                <a16:creationId xmlns:a16="http://schemas.microsoft.com/office/drawing/2014/main" id="{32FA04E2-BE2E-E694-781D-99D6CC9B2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0" y="1628800"/>
            <a:ext cx="12191999" cy="432000"/>
          </a:xfrm>
          <a:prstGeom prst="rect">
            <a:avLst/>
          </a:prstGeom>
          <a:gradFill>
            <a:gsLst>
              <a:gs pos="68000">
                <a:srgbClr val="6772C9"/>
              </a:gs>
              <a:gs pos="10000">
                <a:srgbClr val="A841AE"/>
              </a:gs>
              <a:gs pos="100000">
                <a:srgbClr val="2C9FE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pc="2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DACF7AE3-8743-B223-00D9-358C6ABBFE8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 vert="horz"/>
          <a:lstStyle/>
          <a:p>
            <a:r>
              <a:rPr lang="en-GB"/>
              <a:t>Client Challenge and Success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5BFD997-2549-300A-EC71-049805BD8BE0}"/>
              </a:ext>
            </a:extLst>
          </p:cNvPr>
          <p:cNvSpPr>
            <a:spLocks noGrp="1"/>
          </p:cNvSpPr>
          <p:nvPr>
            <p:ph type="subTitle" idx="17"/>
          </p:nvPr>
        </p:nvSpPr>
        <p:spPr bwMode="gray"/>
        <p:txBody>
          <a:bodyPr/>
          <a:lstStyle/>
          <a:p>
            <a:r>
              <a:t>Priority problems, affected users, and how we'll measure success.</a:t>
            </a:r>
            <a:endParaRPr lang="en-GB"/>
          </a:p>
        </p:txBody>
      </p:sp>
      <p:sp>
        <p:nvSpPr>
          <p:cNvPr id="2" name="Date Placeholder 9">
            <a:extLst>
              <a:ext uri="{FF2B5EF4-FFF2-40B4-BE49-F238E27FC236}">
                <a16:creationId xmlns:a16="http://schemas.microsoft.com/office/drawing/2014/main" id="{0EB6ABDD-6115-6013-E6EC-841229A990A4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418400" y="6372000"/>
            <a:ext cx="680400" cy="144000"/>
          </a:xfrm>
        </p:spPr>
        <p:txBody>
          <a:bodyPr/>
          <a:lstStyle/>
          <a:p>
            <a:fld id="{91329F2F-17EB-AD43-8AC8-16F2F6698179}" type="datetime1">
              <a:rPr lang="de-CH" smtClean="0"/>
              <a:t>24.09.26</a:t>
            </a:fld>
            <a:endParaRPr lang="en-GB"/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EDCD04B-052F-A7AE-1300-FF06DE66C2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558800" y="6372000"/>
            <a:ext cx="4392000" cy="1440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1FEED651-83A5-3E6A-548E-D0EF69A5510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000" y="6372000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9A5DB3EA-063E-4F9F-9BD5-333BE348FB9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0" name="Rechteck 8">
            <a:extLst>
              <a:ext uri="{FF2B5EF4-FFF2-40B4-BE49-F238E27FC236}">
                <a16:creationId xmlns:a16="http://schemas.microsoft.com/office/drawing/2014/main" id="{5B6DAA29-6F31-8ED4-4FE4-A9AB74C71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0" y="4077296"/>
            <a:ext cx="12191999" cy="432000"/>
          </a:xfrm>
          <a:prstGeom prst="rect">
            <a:avLst/>
          </a:prstGeom>
          <a:gradFill>
            <a:gsLst>
              <a:gs pos="68000">
                <a:srgbClr val="6772C9"/>
              </a:gs>
              <a:gs pos="10000">
                <a:srgbClr val="A841AE"/>
              </a:gs>
              <a:gs pos="100000">
                <a:srgbClr val="2C9FE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pc="20"/>
          </a:p>
        </p:txBody>
      </p:sp>
      <p:sp>
        <p:nvSpPr>
          <p:cNvPr id="12" name="Standard Text">
            <a:extLst>
              <a:ext uri="{FF2B5EF4-FFF2-40B4-BE49-F238E27FC236}">
                <a16:creationId xmlns:a16="http://schemas.microsoft.com/office/drawing/2014/main" id="{EF4AC01D-5B47-E9AC-7300-D93F6514B437}"/>
              </a:ext>
            </a:extLst>
          </p:cNvPr>
          <p:cNvSpPr txBox="1">
            <a:spLocks/>
          </p:cNvSpPr>
          <p:nvPr/>
        </p:nvSpPr>
        <p:spPr bwMode="gray">
          <a:xfrm>
            <a:off x="6241129" y="4581352"/>
            <a:ext cx="5327479" cy="1584000"/>
          </a:xfrm>
          <a:prstGeom prst="rect">
            <a:avLst/>
          </a:prstGeom>
        </p:spPr>
        <p:txBody>
          <a:bodyPr vert="horz" lIns="216000" tIns="0" rIns="0" bIns="0" rtlCol="0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r>
              <a:rPr lang="en-GB" sz="1400"/>
              <a:t>The pilot tracks check-in rate, no-show release rate and time-to-book — real numbers before Veridian commits to full rollout.</a:t>
            </a:r>
          </a:p>
        </p:txBody>
      </p:sp>
      <p:grpSp>
        <p:nvGrpSpPr>
          <p:cNvPr id="13" name="Gruppieren 8">
            <a:extLst>
              <a:ext uri="{FF2B5EF4-FFF2-40B4-BE49-F238E27FC236}">
                <a16:creationId xmlns:a16="http://schemas.microsoft.com/office/drawing/2014/main" id="{C4886D35-66F9-FE44-20AA-6529327A2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gray">
          <a:xfrm>
            <a:off x="8460457" y="-3051720"/>
            <a:ext cx="4375695" cy="4375695"/>
            <a:chOff x="5944242" y="4834696"/>
            <a:chExt cx="5699939" cy="5699939"/>
          </a:xfrm>
        </p:grpSpPr>
        <p:sp>
          <p:nvSpPr>
            <p:cNvPr id="14" name="Ellipse 9">
              <a:extLst>
                <a:ext uri="{FF2B5EF4-FFF2-40B4-BE49-F238E27FC236}">
                  <a16:creationId xmlns:a16="http://schemas.microsoft.com/office/drawing/2014/main" id="{BE364F50-057E-7B2F-7411-36CBB217168C}"/>
                </a:ext>
              </a:extLst>
            </p:cNvPr>
            <p:cNvSpPr/>
            <p:nvPr/>
          </p:nvSpPr>
          <p:spPr bwMode="gray">
            <a:xfrm>
              <a:off x="6887488" y="6002708"/>
              <a:ext cx="4296877" cy="4296877"/>
            </a:xfrm>
            <a:prstGeom prst="ellipse">
              <a:avLst/>
            </a:prstGeom>
            <a:noFill/>
            <a:ln w="12700">
              <a:solidFill>
                <a:srgbClr val="D9D9D9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Ellipse 10">
              <a:extLst>
                <a:ext uri="{FF2B5EF4-FFF2-40B4-BE49-F238E27FC236}">
                  <a16:creationId xmlns:a16="http://schemas.microsoft.com/office/drawing/2014/main" id="{3FB1BFBA-A715-1C4F-20C0-2096D2F2C8D9}"/>
                </a:ext>
              </a:extLst>
            </p:cNvPr>
            <p:cNvSpPr/>
            <p:nvPr/>
          </p:nvSpPr>
          <p:spPr bwMode="gray">
            <a:xfrm>
              <a:off x="5944242" y="4834696"/>
              <a:ext cx="5699939" cy="5699939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6" name="Ellipse 11">
            <a:extLst>
              <a:ext uri="{FF2B5EF4-FFF2-40B4-BE49-F238E27FC236}">
                <a16:creationId xmlns:a16="http://schemas.microsoft.com/office/drawing/2014/main" id="{05BD6137-1115-A81E-D379-9B013CD72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460457" y="-3051720"/>
            <a:ext cx="4375695" cy="4375695"/>
          </a:xfrm>
          <a:prstGeom prst="ellipse">
            <a:avLst/>
          </a:prstGeom>
          <a:noFill/>
          <a:ln w="12700">
            <a:solidFill>
              <a:srgbClr val="8CD9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Standard Text">
            <a:extLst>
              <a:ext uri="{FF2B5EF4-FFF2-40B4-BE49-F238E27FC236}">
                <a16:creationId xmlns:a16="http://schemas.microsoft.com/office/drawing/2014/main" id="{1DD9776A-614D-3EC3-8D99-3C09525F30CE}"/>
              </a:ext>
            </a:extLst>
          </p:cNvPr>
          <p:cNvSpPr txBox="1">
            <a:spLocks/>
          </p:cNvSpPr>
          <p:nvPr/>
        </p:nvSpPr>
        <p:spPr bwMode="gray">
          <a:xfrm>
            <a:off x="623391" y="4077072"/>
            <a:ext cx="5327407" cy="432000"/>
          </a:xfrm>
          <a:prstGeom prst="rect">
            <a:avLst/>
          </a:prstGeom>
        </p:spPr>
        <p:txBody>
          <a:bodyPr vert="horz" lIns="216000" tIns="0" rIns="0" bIns="0" rtlCol="0" anchor="ctr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pPr lvl="1"/>
            <a:r>
              <a:rPr lang="en-GB">
                <a:solidFill>
                  <a:schemeClr val="bg1"/>
                </a:solidFill>
              </a:rPr>
              <a:t>No real-time visibility</a:t>
            </a: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8" name="Standard Text">
            <a:extLst>
              <a:ext uri="{FF2B5EF4-FFF2-40B4-BE49-F238E27FC236}">
                <a16:creationId xmlns:a16="http://schemas.microsoft.com/office/drawing/2014/main" id="{30D0B460-489D-EE7D-BD8D-4D63556BB62F}"/>
              </a:ext>
            </a:extLst>
          </p:cNvPr>
          <p:cNvSpPr txBox="1">
            <a:spLocks/>
          </p:cNvSpPr>
          <p:nvPr/>
        </p:nvSpPr>
        <p:spPr bwMode="gray">
          <a:xfrm>
            <a:off x="6240633" y="4077072"/>
            <a:ext cx="5327479" cy="432000"/>
          </a:xfrm>
          <a:prstGeom prst="rect">
            <a:avLst/>
          </a:prstGeom>
        </p:spPr>
        <p:txBody>
          <a:bodyPr vert="horz" lIns="216000" tIns="0" rIns="0" bIns="0" rtlCol="0" anchor="ctr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pPr lvl="1"/>
            <a:r>
              <a:rPr lang="en-GB">
                <a:solidFill>
                  <a:schemeClr val="bg1"/>
                </a:solidFill>
              </a:rPr>
              <a:t>Success is measured, not assumed</a:t>
            </a: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9" name="Standard Text">
            <a:extLst>
              <a:ext uri="{FF2B5EF4-FFF2-40B4-BE49-F238E27FC236}">
                <a16:creationId xmlns:a16="http://schemas.microsoft.com/office/drawing/2014/main" id="{164E743A-BA88-BFFB-4C56-7F5C2FC4B3BC}"/>
              </a:ext>
            </a:extLst>
          </p:cNvPr>
          <p:cNvSpPr txBox="1">
            <a:spLocks/>
          </p:cNvSpPr>
          <p:nvPr/>
        </p:nvSpPr>
        <p:spPr bwMode="gray">
          <a:xfrm>
            <a:off x="623392" y="4581352"/>
            <a:ext cx="5327479" cy="1584000"/>
          </a:xfrm>
          <a:prstGeom prst="rect">
            <a:avLst/>
          </a:prstGeom>
        </p:spPr>
        <p:txBody>
          <a:bodyPr vert="horz" lIns="216000" tIns="0" rIns="0" bIns="0" rtlCol="0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r>
              <a:rPr lang="en-GB" sz="1400"/>
              <a:t>Facilities can't see who's actually in, so planning space and parking is a guess, not a fact.</a:t>
            </a:r>
          </a:p>
        </p:txBody>
      </p:sp>
      <p:sp>
        <p:nvSpPr>
          <p:cNvPr id="20" name="Standard Text">
            <a:extLst>
              <a:ext uri="{FF2B5EF4-FFF2-40B4-BE49-F238E27FC236}">
                <a16:creationId xmlns:a16="http://schemas.microsoft.com/office/drawing/2014/main" id="{D182700B-7B41-2C91-E954-97FC9ABEEE9B}"/>
              </a:ext>
            </a:extLst>
          </p:cNvPr>
          <p:cNvSpPr txBox="1">
            <a:spLocks/>
          </p:cNvSpPr>
          <p:nvPr/>
        </p:nvSpPr>
        <p:spPr bwMode="gray">
          <a:xfrm>
            <a:off x="6241129" y="2133080"/>
            <a:ext cx="5327479" cy="1584000"/>
          </a:xfrm>
          <a:prstGeom prst="rect">
            <a:avLst/>
          </a:prstGeom>
        </p:spPr>
        <p:txBody>
          <a:bodyPr vert="horz" lIns="216000" tIns="0" rIns="0" bIns="0" rtlCol="0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r>
              <a:rPr lang="en-GB" sz="1400"/>
              <a:t>Grid-based booking tools add friction employees route around, from spreadsheets to sticky notes on desks.</a:t>
            </a:r>
          </a:p>
        </p:txBody>
      </p:sp>
      <p:sp>
        <p:nvSpPr>
          <p:cNvPr id="21" name="Standard Text">
            <a:extLst>
              <a:ext uri="{FF2B5EF4-FFF2-40B4-BE49-F238E27FC236}">
                <a16:creationId xmlns:a16="http://schemas.microsoft.com/office/drawing/2014/main" id="{1C06175D-12C6-DBB1-1797-273782443607}"/>
              </a:ext>
            </a:extLst>
          </p:cNvPr>
          <p:cNvSpPr txBox="1">
            <a:spLocks/>
          </p:cNvSpPr>
          <p:nvPr/>
        </p:nvSpPr>
        <p:spPr bwMode="gray">
          <a:xfrm>
            <a:off x="623391" y="1628800"/>
            <a:ext cx="5327407" cy="432000"/>
          </a:xfrm>
          <a:prstGeom prst="rect">
            <a:avLst/>
          </a:prstGeom>
        </p:spPr>
        <p:txBody>
          <a:bodyPr vert="horz" lIns="216000" tIns="0" rIns="0" bIns="0" rtlCol="0" anchor="ctr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pPr lvl="1"/>
            <a:r>
              <a:rPr lang="en-GB">
                <a:solidFill>
                  <a:schemeClr val="bg1"/>
                </a:solidFill>
              </a:rPr>
              <a:t>Paid-for space, empty seats</a:t>
            </a: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2" name="Standard Text">
            <a:extLst>
              <a:ext uri="{FF2B5EF4-FFF2-40B4-BE49-F238E27FC236}">
                <a16:creationId xmlns:a16="http://schemas.microsoft.com/office/drawing/2014/main" id="{980CDE1A-B33D-7A2A-D578-F414D221F35E}"/>
              </a:ext>
            </a:extLst>
          </p:cNvPr>
          <p:cNvSpPr txBox="1">
            <a:spLocks/>
          </p:cNvSpPr>
          <p:nvPr/>
        </p:nvSpPr>
        <p:spPr bwMode="gray">
          <a:xfrm>
            <a:off x="6240633" y="1628800"/>
            <a:ext cx="5327479" cy="432000"/>
          </a:xfrm>
          <a:prstGeom prst="rect">
            <a:avLst/>
          </a:prstGeom>
        </p:spPr>
        <p:txBody>
          <a:bodyPr vert="horz" lIns="216000" tIns="0" rIns="0" bIns="0" rtlCol="0" anchor="ctr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pPr lvl="1"/>
            <a:r>
              <a:rPr lang="en-GB">
                <a:solidFill>
                  <a:schemeClr val="bg1"/>
                </a:solidFill>
              </a:rPr>
              <a:t>Booking is a chore</a:t>
            </a: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3" name="Standard Text">
            <a:extLst>
              <a:ext uri="{FF2B5EF4-FFF2-40B4-BE49-F238E27FC236}">
                <a16:creationId xmlns:a16="http://schemas.microsoft.com/office/drawing/2014/main" id="{57629400-875E-8798-E459-217715A51F63}"/>
              </a:ext>
            </a:extLst>
          </p:cNvPr>
          <p:cNvSpPr txBox="1">
            <a:spLocks/>
          </p:cNvSpPr>
          <p:nvPr/>
        </p:nvSpPr>
        <p:spPr bwMode="gray">
          <a:xfrm>
            <a:off x="623392" y="2133080"/>
            <a:ext cx="5327479" cy="1584000"/>
          </a:xfrm>
          <a:prstGeom prst="rect">
            <a:avLst/>
          </a:prstGeom>
        </p:spPr>
        <p:txBody>
          <a:bodyPr vert="horz" lIns="216000" tIns="0" rIns="0" bIns="0" rtlCol="0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r>
              <a:rPr lang="en-GB" sz="1400" dirty="0"/>
              <a:t>Desks and parking are booked but no-shows go unnoticed — nobody frees the space for someone who needs it. ~200 employees affected daily.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81142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4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E139E-D991-02F6-6D27-B9249D523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9">
            <a:extLst>
              <a:ext uri="{FF2B5EF4-FFF2-40B4-BE49-F238E27FC236}">
                <a16:creationId xmlns:a16="http://schemas.microsoft.com/office/drawing/2014/main" id="{93285816-7C8A-8C18-E962-6FC85DBE4F1D}"/>
              </a:ext>
            </a:extLst>
          </p:cNvPr>
          <p:cNvSpPr/>
          <p:nvPr/>
        </p:nvSpPr>
        <p:spPr bwMode="gray">
          <a:xfrm>
            <a:off x="4819650" y="0"/>
            <a:ext cx="7372349" cy="6858000"/>
          </a:xfrm>
          <a:prstGeom prst="rect">
            <a:avLst/>
          </a:prstGeom>
          <a:gradFill flip="none" rotWithShape="1">
            <a:gsLst>
              <a:gs pos="10000">
                <a:srgbClr val="A841AE"/>
              </a:gs>
              <a:gs pos="100000">
                <a:srgbClr val="2C9FE2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pc="20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D553E0F-BE3B-F417-3DEC-0EC6E21930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304" y="332672"/>
            <a:ext cx="3966345" cy="144000"/>
          </a:xfrm>
        </p:spPr>
        <p:txBody>
          <a:bodyPr/>
          <a:lstStyle/>
          <a:p>
            <a:r>
              <a:rPr lang="en-GB" noProof="0" dirty="0"/>
              <a:t>SOLUTION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2B235A9-7D8B-C35D-EE28-BEC4DA91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304" y="548720"/>
            <a:ext cx="3966345" cy="432000"/>
          </a:xfrm>
        </p:spPr>
        <p:txBody>
          <a:bodyPr/>
          <a:lstStyle/>
          <a:p>
            <a:r>
              <a:rPr lang="en-GB" noProof="0" dirty="0"/>
              <a:t>Proposed Full Solution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3DDB328-FC66-4CCA-3312-C20CA66E5E1E}"/>
              </a:ext>
            </a:extLst>
          </p:cNvPr>
          <p:cNvSpPr>
            <a:spLocks noGrp="1"/>
          </p:cNvSpPr>
          <p:nvPr>
            <p:ph type="subTitle" idx="17"/>
          </p:nvPr>
        </p:nvSpPr>
        <p:spPr>
          <a:xfrm>
            <a:off x="619304" y="980768"/>
            <a:ext cx="5620712" cy="288000"/>
          </a:xfrm>
        </p:spPr>
        <p:txBody>
          <a:bodyPr/>
          <a:lstStyle/>
          <a:p>
            <a:r>
              <a:rPr lang="en-GB" noProof="0" dirty="0"/>
              <a:t>Book, check in, use, rebook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8E02187-5030-889E-96AC-E41BF4E679F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1EF17F2-8BD6-6E4D-81E9-39F5ED701B5D}" type="datetime1">
              <a:rPr lang="en-GB" noProof="0" smtClean="0">
                <a:solidFill>
                  <a:schemeClr val="bg1"/>
                </a:solidFill>
              </a:rPr>
              <a:t>24.09.26</a:t>
            </a:fld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295A9-9CB5-66C1-57AE-ACE4A9A1134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5EA6B-2C90-235C-4EAD-52F843982D1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bg1"/>
                </a:solidFill>
              </a:rPr>
              <a:t>|  </a:t>
            </a:r>
            <a:fld id="{8CF9DE7D-F270-4E16-BA04-5BCA8969A2EA}" type="slidenum">
              <a:rPr lang="en-GB" noProof="0" smtClean="0">
                <a:solidFill>
                  <a:schemeClr val="bg1"/>
                </a:solidFill>
              </a:rPr>
              <a:pPr/>
              <a:t>4</a:t>
            </a:fld>
            <a:endParaRPr lang="en-GB" noProof="0" dirty="0">
              <a:solidFill>
                <a:schemeClr val="bg1"/>
              </a:solidFill>
            </a:endParaRP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614E3D65-DB58-0284-BB83-92E7735842CD}"/>
              </a:ext>
            </a:extLst>
          </p:cNvPr>
          <p:cNvSpPr txBox="1">
            <a:spLocks/>
          </p:cNvSpPr>
          <p:nvPr/>
        </p:nvSpPr>
        <p:spPr bwMode="gray">
          <a:xfrm>
            <a:off x="5574474" y="2825273"/>
            <a:ext cx="5995925" cy="468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2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A Zuehlke" panose="02000503060000020004" pitchFamily="2" charset="0"/>
                <a:ea typeface="+mj-ea"/>
                <a:cs typeface="+mj-cs"/>
              </a:defRPr>
            </a:lvl1pPr>
          </a:lstStyle>
          <a:p>
            <a:r>
              <a:rPr lang="en-GB" sz="1400" noProof="0" dirty="0"/>
              <a:t>A no-show is caught and freed automatically at the deadline — backed by real sensors and LEDs, not a manual sweep. Our strongest differentiator.</a:t>
            </a:r>
          </a:p>
        </p:txBody>
      </p:sp>
      <p:pic>
        <p:nvPicPr>
          <p:cNvPr id="15" name="Graphic 15">
            <a:extLst>
              <a:ext uri="{FF2B5EF4-FFF2-40B4-BE49-F238E27FC236}">
                <a16:creationId xmlns:a16="http://schemas.microsoft.com/office/drawing/2014/main" id="{60921399-BAD1-7005-AAA6-19331644C21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304" y="2825242"/>
            <a:ext cx="468000" cy="468000"/>
          </a:xfrm>
          <a:prstGeom prst="rect">
            <a:avLst/>
          </a:prstGeom>
        </p:spPr>
      </p:pic>
      <p:sp>
        <p:nvSpPr>
          <p:cNvPr id="24" name="Title 2">
            <a:extLst>
              <a:ext uri="{FF2B5EF4-FFF2-40B4-BE49-F238E27FC236}">
                <a16:creationId xmlns:a16="http://schemas.microsoft.com/office/drawing/2014/main" id="{8F7B6EB1-76BD-21C3-0EBC-567345672256}"/>
              </a:ext>
            </a:extLst>
          </p:cNvPr>
          <p:cNvSpPr txBox="1">
            <a:spLocks/>
          </p:cNvSpPr>
          <p:nvPr/>
        </p:nvSpPr>
        <p:spPr bwMode="gray">
          <a:xfrm>
            <a:off x="1264617" y="2825307"/>
            <a:ext cx="3132000" cy="468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kumimoji="0" sz="1600" b="0" i="0" u="none" strike="noStrike" cap="none" spc="20" normalizeH="0" baseline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GB" noProof="0" dirty="0"/>
              <a:t>Check-in and auto-release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9CAC0FB-A6F4-041E-92BA-92326290F9D4}"/>
              </a:ext>
            </a:extLst>
          </p:cNvPr>
          <p:cNvSpPr/>
          <p:nvPr/>
        </p:nvSpPr>
        <p:spPr bwMode="gray">
          <a:xfrm rot="16200000">
            <a:off x="4513650" y="2753275"/>
            <a:ext cx="612000" cy="612000"/>
          </a:xfrm>
          <a:prstGeom prst="ellipse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GB" sz="1600" b="1" spc="20" noProof="0" dirty="0">
              <a:solidFill>
                <a:schemeClr val="tx2"/>
              </a:solidFill>
            </a:endParaRP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2AC734AE-E263-BE5C-79A0-CEEA626A6FB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585650" y="2825274"/>
            <a:ext cx="468000" cy="468000"/>
          </a:xfrm>
          <a:prstGeom prst="rect">
            <a:avLst/>
          </a:prstGeom>
        </p:spPr>
      </p:pic>
      <p:sp>
        <p:nvSpPr>
          <p:cNvPr id="17" name="Title 2">
            <a:extLst>
              <a:ext uri="{FF2B5EF4-FFF2-40B4-BE49-F238E27FC236}">
                <a16:creationId xmlns:a16="http://schemas.microsoft.com/office/drawing/2014/main" id="{D2BFAA5F-9706-651F-BEFA-B57CCBC9120B}"/>
              </a:ext>
            </a:extLst>
          </p:cNvPr>
          <p:cNvSpPr txBox="1">
            <a:spLocks/>
          </p:cNvSpPr>
          <p:nvPr/>
        </p:nvSpPr>
        <p:spPr bwMode="gray">
          <a:xfrm>
            <a:off x="5574474" y="3716219"/>
            <a:ext cx="5995925" cy="468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2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A Zuehlke" panose="02000503060000020004" pitchFamily="2" charset="0"/>
                <a:ea typeface="+mj-ea"/>
                <a:cs typeface="+mj-cs"/>
              </a:defRPr>
            </a:lvl1pPr>
          </a:lstStyle>
          <a:p>
            <a:r>
              <a:rPr lang="en-GB" sz="1400" noProof="0" dirty="0"/>
              <a:t>Microsoft Entra ID sign-in ties every action to a verified employee; every booking, check-in and release is audit-logged.</a:t>
            </a:r>
          </a:p>
        </p:txBody>
      </p:sp>
      <p:pic>
        <p:nvPicPr>
          <p:cNvPr id="18" name="Graphic 19">
            <a:extLst>
              <a:ext uri="{FF2B5EF4-FFF2-40B4-BE49-F238E27FC236}">
                <a16:creationId xmlns:a16="http://schemas.microsoft.com/office/drawing/2014/main" id="{AAC9FA3A-8147-2CE2-82A6-9165324A4CD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304" y="3716189"/>
            <a:ext cx="468000" cy="468000"/>
          </a:xfrm>
          <a:prstGeom prst="rect">
            <a:avLst/>
          </a:prstGeom>
        </p:spPr>
      </p:pic>
      <p:sp>
        <p:nvSpPr>
          <p:cNvPr id="25" name="Title 2">
            <a:extLst>
              <a:ext uri="{FF2B5EF4-FFF2-40B4-BE49-F238E27FC236}">
                <a16:creationId xmlns:a16="http://schemas.microsoft.com/office/drawing/2014/main" id="{6CAF609A-DC21-CA0B-DFA2-979A040182D1}"/>
              </a:ext>
            </a:extLst>
          </p:cNvPr>
          <p:cNvSpPr txBox="1">
            <a:spLocks/>
          </p:cNvSpPr>
          <p:nvPr/>
        </p:nvSpPr>
        <p:spPr bwMode="gray">
          <a:xfrm>
            <a:off x="1267953" y="3716254"/>
            <a:ext cx="3132000" cy="468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kumimoji="0" sz="1600" b="0" i="0" u="none" strike="noStrike" cap="none" spc="20" normalizeH="0" baseline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GB" noProof="0" dirty="0"/>
              <a:t>Identity and governance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25AEF69-EEC8-E1AC-9E35-7144E1697A9E}"/>
              </a:ext>
            </a:extLst>
          </p:cNvPr>
          <p:cNvSpPr/>
          <p:nvPr/>
        </p:nvSpPr>
        <p:spPr bwMode="gray">
          <a:xfrm rot="16200000">
            <a:off x="4513650" y="3644221"/>
            <a:ext cx="612000" cy="612000"/>
          </a:xfrm>
          <a:prstGeom prst="ellipse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GB" sz="1600" b="1" spc="20" noProof="0" dirty="0">
              <a:solidFill>
                <a:schemeClr val="tx2"/>
              </a:solidFill>
            </a:endParaRP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EE90B8D6-EFA3-8E35-596B-F8B46A34B1E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585650" y="3716220"/>
            <a:ext cx="468000" cy="468000"/>
          </a:xfrm>
          <a:prstGeom prst="rect">
            <a:avLst/>
          </a:prstGeom>
        </p:spPr>
      </p:pic>
      <p:sp>
        <p:nvSpPr>
          <p:cNvPr id="20" name="Title 2">
            <a:extLst>
              <a:ext uri="{FF2B5EF4-FFF2-40B4-BE49-F238E27FC236}">
                <a16:creationId xmlns:a16="http://schemas.microsoft.com/office/drawing/2014/main" id="{FC16EBC1-76F9-D0BD-A812-444DE165BF1B}"/>
              </a:ext>
            </a:extLst>
          </p:cNvPr>
          <p:cNvSpPr txBox="1">
            <a:spLocks/>
          </p:cNvSpPr>
          <p:nvPr/>
        </p:nvSpPr>
        <p:spPr bwMode="gray">
          <a:xfrm>
            <a:off x="5574474" y="4607164"/>
            <a:ext cx="5995925" cy="468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cap="none" spc="2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A Zuehlke" panose="02000503060000020004" pitchFamily="2" charset="0"/>
                <a:ea typeface="+mj-ea"/>
                <a:cs typeface="+mj-cs"/>
              </a:defRPr>
            </a:lvl1pPr>
          </a:lstStyle>
          <a:p>
            <a:r>
              <a:rPr lang="en-GB" noProof="0" dirty="0"/>
              <a:t>Office hours, deadlines and resource configuration, plus utilisation/no-show reporting — scoped for the phase after the pilot.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0692497-0F62-4EF4-4A9B-6FBCA8F4494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304" y="4607134"/>
            <a:ext cx="468000" cy="468000"/>
          </a:xfrm>
          <a:prstGeom prst="rect">
            <a:avLst/>
          </a:prstGeom>
        </p:spPr>
      </p:pic>
      <p:sp>
        <p:nvSpPr>
          <p:cNvPr id="26" name="Title 2">
            <a:extLst>
              <a:ext uri="{FF2B5EF4-FFF2-40B4-BE49-F238E27FC236}">
                <a16:creationId xmlns:a16="http://schemas.microsoft.com/office/drawing/2014/main" id="{AD8880C8-591A-ED43-1D53-5C150231383D}"/>
              </a:ext>
            </a:extLst>
          </p:cNvPr>
          <p:cNvSpPr txBox="1">
            <a:spLocks/>
          </p:cNvSpPr>
          <p:nvPr/>
        </p:nvSpPr>
        <p:spPr bwMode="gray">
          <a:xfrm>
            <a:off x="1267954" y="4607199"/>
            <a:ext cx="3132000" cy="468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kumimoji="0" sz="1600" b="0" i="0" u="none" strike="noStrike" cap="none" spc="20" normalizeH="0" baseline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GB" noProof="0" dirty="0"/>
              <a:t>Administration and reporting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8F1ACB5-EC2F-73EB-7F1A-72392DFCE06D}"/>
              </a:ext>
            </a:extLst>
          </p:cNvPr>
          <p:cNvSpPr/>
          <p:nvPr/>
        </p:nvSpPr>
        <p:spPr bwMode="gray">
          <a:xfrm rot="16200000">
            <a:off x="4513650" y="4535167"/>
            <a:ext cx="612000" cy="612000"/>
          </a:xfrm>
          <a:prstGeom prst="ellipse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GB" sz="1600" b="1" spc="20" noProof="0" dirty="0">
              <a:solidFill>
                <a:schemeClr val="tx2"/>
              </a:solidFill>
            </a:endParaRP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47C8FC98-DF83-C541-0532-8A749F50ED7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585650" y="4607166"/>
            <a:ext cx="468000" cy="468000"/>
          </a:xfrm>
          <a:prstGeom prst="rect">
            <a:avLst/>
          </a:prstGeom>
        </p:spPr>
      </p:pic>
      <p:sp>
        <p:nvSpPr>
          <p:cNvPr id="57" name="Title 2">
            <a:extLst>
              <a:ext uri="{FF2B5EF4-FFF2-40B4-BE49-F238E27FC236}">
                <a16:creationId xmlns:a16="http://schemas.microsoft.com/office/drawing/2014/main" id="{CE2B737F-E93D-B000-39C3-E35CB1BCE723}"/>
              </a:ext>
            </a:extLst>
          </p:cNvPr>
          <p:cNvSpPr txBox="1">
            <a:spLocks/>
          </p:cNvSpPr>
          <p:nvPr/>
        </p:nvSpPr>
        <p:spPr bwMode="gray">
          <a:xfrm>
            <a:off x="5574474" y="5498110"/>
            <a:ext cx="5995925" cy="468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2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A Zuehlke" panose="02000503060000020004" pitchFamily="2" charset="0"/>
                <a:ea typeface="+mj-ea"/>
                <a:cs typeface="+mj-cs"/>
              </a:defRPr>
            </a:lvl1pPr>
          </a:lstStyle>
          <a:p>
            <a:r>
              <a:rPr lang="en-GB" sz="1400" noProof="0" dirty="0"/>
              <a:t>Designed from day one for multiple offices and 5,000+ users — validated first on Veridian's Belgrade pilot site.</a:t>
            </a: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18F3C512-F61F-2EBE-AF37-8AC7226B588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304" y="5498078"/>
            <a:ext cx="468000" cy="468000"/>
          </a:xfrm>
          <a:prstGeom prst="rect">
            <a:avLst/>
          </a:prstGeom>
        </p:spPr>
      </p:pic>
      <p:sp>
        <p:nvSpPr>
          <p:cNvPr id="59" name="Title 2">
            <a:extLst>
              <a:ext uri="{FF2B5EF4-FFF2-40B4-BE49-F238E27FC236}">
                <a16:creationId xmlns:a16="http://schemas.microsoft.com/office/drawing/2014/main" id="{2B6C3A85-939F-C2EB-3832-12683A5072C5}"/>
              </a:ext>
            </a:extLst>
          </p:cNvPr>
          <p:cNvSpPr txBox="1">
            <a:spLocks/>
          </p:cNvSpPr>
          <p:nvPr/>
        </p:nvSpPr>
        <p:spPr bwMode="gray">
          <a:xfrm>
            <a:off x="1282790" y="5498143"/>
            <a:ext cx="3132000" cy="468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kumimoji="0" sz="1600" b="0" i="0" u="none" strike="noStrike" cap="none" spc="20" normalizeH="0" baseline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GB" noProof="0" dirty="0"/>
              <a:t>Multi-office and scale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7F0305F-8620-947C-B8B2-831514707A9B}"/>
              </a:ext>
            </a:extLst>
          </p:cNvPr>
          <p:cNvSpPr/>
          <p:nvPr/>
        </p:nvSpPr>
        <p:spPr bwMode="gray">
          <a:xfrm rot="16200000">
            <a:off x="4513650" y="5426111"/>
            <a:ext cx="612000" cy="612000"/>
          </a:xfrm>
          <a:prstGeom prst="ellipse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GB" sz="1600" b="1" spc="20" noProof="0" dirty="0">
              <a:solidFill>
                <a:schemeClr val="tx2"/>
              </a:solidFill>
            </a:endParaRP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49E20425-39F8-7647-7150-0B8F3362B4C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585650" y="5498110"/>
            <a:ext cx="468000" cy="468000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F4BAD49-8339-413A-5986-C97E1622E891}"/>
              </a:ext>
            </a:extLst>
          </p:cNvPr>
          <p:cNvCxnSpPr>
            <a:cxnSpLocks/>
          </p:cNvCxnSpPr>
          <p:nvPr/>
        </p:nvCxnSpPr>
        <p:spPr bwMode="gray">
          <a:xfrm>
            <a:off x="5574473" y="2567311"/>
            <a:ext cx="5997600" cy="0"/>
          </a:xfrm>
          <a:prstGeom prst="line">
            <a:avLst/>
          </a:prstGeom>
          <a:ln w="9525">
            <a:solidFill>
              <a:schemeClr val="bg1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4719FC2-D5D4-0892-71DF-9C8261E9483B}"/>
              </a:ext>
            </a:extLst>
          </p:cNvPr>
          <p:cNvCxnSpPr>
            <a:cxnSpLocks/>
          </p:cNvCxnSpPr>
          <p:nvPr/>
        </p:nvCxnSpPr>
        <p:spPr bwMode="gray">
          <a:xfrm>
            <a:off x="5574473" y="3458257"/>
            <a:ext cx="5997600" cy="0"/>
          </a:xfrm>
          <a:prstGeom prst="line">
            <a:avLst/>
          </a:prstGeom>
          <a:ln w="9525">
            <a:solidFill>
              <a:schemeClr val="bg1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825575C-97EE-7AE7-B01A-EBA91D3FE6C8}"/>
              </a:ext>
            </a:extLst>
          </p:cNvPr>
          <p:cNvCxnSpPr>
            <a:cxnSpLocks/>
          </p:cNvCxnSpPr>
          <p:nvPr/>
        </p:nvCxnSpPr>
        <p:spPr bwMode="gray">
          <a:xfrm>
            <a:off x="5574473" y="4349203"/>
            <a:ext cx="5997600" cy="0"/>
          </a:xfrm>
          <a:prstGeom prst="line">
            <a:avLst/>
          </a:prstGeom>
          <a:ln w="9525">
            <a:solidFill>
              <a:schemeClr val="bg1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2586649-773F-118B-EF37-F1356675278D}"/>
              </a:ext>
            </a:extLst>
          </p:cNvPr>
          <p:cNvCxnSpPr>
            <a:cxnSpLocks/>
          </p:cNvCxnSpPr>
          <p:nvPr/>
        </p:nvCxnSpPr>
        <p:spPr bwMode="gray">
          <a:xfrm>
            <a:off x="5574473" y="5240149"/>
            <a:ext cx="5997600" cy="0"/>
          </a:xfrm>
          <a:prstGeom prst="line">
            <a:avLst/>
          </a:prstGeom>
          <a:ln w="9525">
            <a:solidFill>
              <a:schemeClr val="bg1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0194182-6EE2-880D-C459-D4267DA74CE9}"/>
              </a:ext>
            </a:extLst>
          </p:cNvPr>
          <p:cNvCxnSpPr>
            <a:cxnSpLocks/>
          </p:cNvCxnSpPr>
          <p:nvPr/>
        </p:nvCxnSpPr>
        <p:spPr bwMode="gray">
          <a:xfrm>
            <a:off x="619304" y="2660293"/>
            <a:ext cx="3816000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4636EDA-546B-74C4-C6FC-1035BEE05E76}"/>
              </a:ext>
            </a:extLst>
          </p:cNvPr>
          <p:cNvCxnSpPr>
            <a:cxnSpLocks/>
          </p:cNvCxnSpPr>
          <p:nvPr/>
        </p:nvCxnSpPr>
        <p:spPr bwMode="gray">
          <a:xfrm>
            <a:off x="619304" y="3551239"/>
            <a:ext cx="3816000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FAABE39-1CD5-9DDA-B581-14A932C99F54}"/>
              </a:ext>
            </a:extLst>
          </p:cNvPr>
          <p:cNvCxnSpPr>
            <a:cxnSpLocks/>
          </p:cNvCxnSpPr>
          <p:nvPr/>
        </p:nvCxnSpPr>
        <p:spPr bwMode="gray">
          <a:xfrm>
            <a:off x="619304" y="4442185"/>
            <a:ext cx="3816000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BBA11D5-B57E-2536-89F2-AA49364369E7}"/>
              </a:ext>
            </a:extLst>
          </p:cNvPr>
          <p:cNvCxnSpPr>
            <a:cxnSpLocks/>
          </p:cNvCxnSpPr>
          <p:nvPr/>
        </p:nvCxnSpPr>
        <p:spPr bwMode="gray">
          <a:xfrm>
            <a:off x="619304" y="5333131"/>
            <a:ext cx="3816000" cy="0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itle 2">
            <a:extLst>
              <a:ext uri="{FF2B5EF4-FFF2-40B4-BE49-F238E27FC236}">
                <a16:creationId xmlns:a16="http://schemas.microsoft.com/office/drawing/2014/main" id="{D577B0F4-8593-F6AE-BF77-133C65CFC647}"/>
              </a:ext>
            </a:extLst>
          </p:cNvPr>
          <p:cNvSpPr txBox="1">
            <a:spLocks/>
          </p:cNvSpPr>
          <p:nvPr/>
        </p:nvSpPr>
        <p:spPr bwMode="gray">
          <a:xfrm>
            <a:off x="5574473" y="1934328"/>
            <a:ext cx="5997600" cy="468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2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A Zuehlke" panose="02000503060000020004" pitchFamily="2" charset="0"/>
                <a:ea typeface="+mj-ea"/>
                <a:cs typeface="+mj-cs"/>
              </a:defRPr>
            </a:lvl1pPr>
          </a:lstStyle>
          <a:p>
            <a:r>
              <a:rPr lang="en-GB" sz="1400" noProof="0" dirty="0"/>
              <a:t>Map-based floor and parking picker, plus natural-language booking via Teams/Slack — same validated service, same guarantees, either way.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A31E848-CD8F-EB22-AB02-B9D03B14377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304" y="1934297"/>
            <a:ext cx="468000" cy="468000"/>
          </a:xfrm>
          <a:prstGeom prst="rect">
            <a:avLst/>
          </a:prstGeom>
        </p:spPr>
      </p:pic>
      <p:sp>
        <p:nvSpPr>
          <p:cNvPr id="84" name="Title 2">
            <a:extLst>
              <a:ext uri="{FF2B5EF4-FFF2-40B4-BE49-F238E27FC236}">
                <a16:creationId xmlns:a16="http://schemas.microsoft.com/office/drawing/2014/main" id="{3E31667F-5CB7-31AA-B4A0-3EC67061FAB0}"/>
              </a:ext>
            </a:extLst>
          </p:cNvPr>
          <p:cNvSpPr txBox="1">
            <a:spLocks/>
          </p:cNvSpPr>
          <p:nvPr/>
        </p:nvSpPr>
        <p:spPr bwMode="gray">
          <a:xfrm>
            <a:off x="1264616" y="1934362"/>
            <a:ext cx="3132000" cy="468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kern="1200" spc="2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i="0" u="none" strike="noStrike" kern="1200" cap="none" spc="2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Resource booking</a:t>
            </a:r>
            <a:endParaRPr kumimoji="0" lang="en-GB" sz="1200" i="0" u="none" strike="noStrike" kern="1200" cap="none" spc="2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CF6F9BD-8F89-2297-9BD5-CFA6F3FC5A4C}"/>
              </a:ext>
            </a:extLst>
          </p:cNvPr>
          <p:cNvSpPr/>
          <p:nvPr/>
        </p:nvSpPr>
        <p:spPr bwMode="gray">
          <a:xfrm rot="16200000">
            <a:off x="4513650" y="1862329"/>
            <a:ext cx="612000" cy="612000"/>
          </a:xfrm>
          <a:prstGeom prst="ellipse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endParaRPr lang="en-GB" sz="1600" b="1" spc="20" noProof="0" dirty="0">
              <a:solidFill>
                <a:schemeClr val="tx2"/>
              </a:solidFill>
            </a:endParaRPr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8879AE34-D475-220B-5287-DCAE7FE09C5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585650" y="1934328"/>
            <a:ext cx="468000" cy="46800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737688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7B5A-C7F5-75AB-F07E-222214294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9" name="think-cell data - do not delete" hidden="1">
            <a:extLst>
              <a:ext uri="{FF2B5EF4-FFF2-40B4-BE49-F238E27FC236}">
                <a16:creationId xmlns:a16="http://schemas.microsoft.com/office/drawing/2014/main" id="{F0BEF0D2-BA45-7A79-217B-517EBFC4BE82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06" imgH="306" progId="TCLayout.ActiveDocument.1">
                  <p:embed/>
                </p:oleObj>
              </mc:Choice>
              <mc:Fallback>
                <p:oleObj name="think-cell Slide" r:id="rId6" imgW="306" imgH="306" progId="TCLayout.ActiveDocument.1">
                  <p:embed/>
                  <p:pic>
                    <p:nvPicPr>
                      <p:cNvPr id="210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BEF0D2-BA45-7A79-217B-517EBFC4BE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8" name="Rechteck 47">
            <a:extLst>
              <a:ext uri="{FF2B5EF4-FFF2-40B4-BE49-F238E27FC236}">
                <a16:creationId xmlns:a16="http://schemas.microsoft.com/office/drawing/2014/main" id="{E69B19ED-561F-AFB2-5405-1C51F3F81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rgbClr val="A841AE"/>
              </a:gs>
              <a:gs pos="100000">
                <a:srgbClr val="2C9FE2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pc="20" dirty="0"/>
          </a:p>
        </p:txBody>
      </p:sp>
      <p:sp>
        <p:nvSpPr>
          <p:cNvPr id="2111" name="Text Placeholder 2110">
            <a:extLst>
              <a:ext uri="{FF2B5EF4-FFF2-40B4-BE49-F238E27FC236}">
                <a16:creationId xmlns:a16="http://schemas.microsoft.com/office/drawing/2014/main" id="{77666CAB-CEB6-83A8-20B2-11A89F736B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ARCHITECTURE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110" name="Title 2109">
            <a:extLst>
              <a:ext uri="{FF2B5EF4-FFF2-40B4-BE49-F238E27FC236}">
                <a16:creationId xmlns:a16="http://schemas.microsoft.com/office/drawing/2014/main" id="{B4247C51-A75B-4ED8-BD80-85E6D62803E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 vert="horz"/>
          <a:lstStyle/>
          <a:p>
            <a:r>
              <a:rPr lang="en-GB" dirty="0">
                <a:solidFill>
                  <a:schemeClr val="bg1"/>
                </a:solidFill>
              </a:rPr>
              <a:t>Architecture for Full Delivery</a:t>
            </a:r>
          </a:p>
        </p:txBody>
      </p:sp>
      <p:sp>
        <p:nvSpPr>
          <p:cNvPr id="2112" name="Subtitle 2111">
            <a:extLst>
              <a:ext uri="{FF2B5EF4-FFF2-40B4-BE49-F238E27FC236}">
                <a16:creationId xmlns:a16="http://schemas.microsoft.com/office/drawing/2014/main" id="{370AB9E2-3BFD-289E-C74D-6BAF8539C89C}"/>
              </a:ext>
            </a:extLst>
          </p:cNvPr>
          <p:cNvSpPr>
            <a:spLocks noGrp="1"/>
          </p:cNvSpPr>
          <p:nvPr>
            <p:ph type="subTitle" idx="17"/>
          </p:nvPr>
        </p:nvSpPr>
        <p:spPr bwMode="gray"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This bid's architecture, scoped to the pilot site and the three value-carrying features.</a:t>
            </a:r>
            <a:endParaRPr lang="en-GB" dirty="0">
              <a:solidFill>
                <a:schemeClr val="bg1"/>
              </a:solidFill>
            </a:endParaRPr>
          </a:p>
        </p:txBody>
      </p:sp>
      <p:grpSp>
        <p:nvGrpSpPr>
          <p:cNvPr id="2124" name="Gruppieren 8">
            <a:extLst>
              <a:ext uri="{FF2B5EF4-FFF2-40B4-BE49-F238E27FC236}">
                <a16:creationId xmlns:a16="http://schemas.microsoft.com/office/drawing/2014/main" id="{C5D44004-55C1-6F5A-8806-9BD16F4BF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gray">
          <a:xfrm>
            <a:off x="9768000" y="-1827000"/>
            <a:ext cx="2837885" cy="2837885"/>
            <a:chOff x="5944242" y="4834696"/>
            <a:chExt cx="5699939" cy="5699939"/>
          </a:xfrm>
        </p:grpSpPr>
        <p:sp>
          <p:nvSpPr>
            <p:cNvPr id="2125" name="Ellipse 9">
              <a:extLst>
                <a:ext uri="{FF2B5EF4-FFF2-40B4-BE49-F238E27FC236}">
                  <a16:creationId xmlns:a16="http://schemas.microsoft.com/office/drawing/2014/main" id="{57D3413F-3963-9FAF-9159-293AEB530095}"/>
                </a:ext>
              </a:extLst>
            </p:cNvPr>
            <p:cNvSpPr/>
            <p:nvPr/>
          </p:nvSpPr>
          <p:spPr bwMode="gray">
            <a:xfrm>
              <a:off x="6887488" y="6002708"/>
              <a:ext cx="4296877" cy="4296877"/>
            </a:xfrm>
            <a:prstGeom prst="ellipse">
              <a:avLst/>
            </a:prstGeom>
            <a:noFill/>
            <a:ln w="12700">
              <a:solidFill>
                <a:srgbClr val="D9D9D9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26" name="Ellipse 10">
              <a:extLst>
                <a:ext uri="{FF2B5EF4-FFF2-40B4-BE49-F238E27FC236}">
                  <a16:creationId xmlns:a16="http://schemas.microsoft.com/office/drawing/2014/main" id="{FBA3A9F2-8F9D-9EE2-0A97-68BA06C50C16}"/>
                </a:ext>
              </a:extLst>
            </p:cNvPr>
            <p:cNvSpPr/>
            <p:nvPr/>
          </p:nvSpPr>
          <p:spPr bwMode="gray">
            <a:xfrm>
              <a:off x="5944242" y="4834696"/>
              <a:ext cx="5699939" cy="5699939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127" name="Ellipse 11">
            <a:extLst>
              <a:ext uri="{FF2B5EF4-FFF2-40B4-BE49-F238E27FC236}">
                <a16:creationId xmlns:a16="http://schemas.microsoft.com/office/drawing/2014/main" id="{EF52A179-796B-2085-E67C-919C498B6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9768000" y="-1827000"/>
            <a:ext cx="2837885" cy="2837885"/>
          </a:xfrm>
          <a:prstGeom prst="ellipse">
            <a:avLst/>
          </a:prstGeom>
          <a:noFill/>
          <a:ln w="12700">
            <a:solidFill>
              <a:srgbClr val="8CD9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68B204-A58B-8498-DD6B-21000C540E38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AC83CB72-CA53-422A-9BB2-662E5ED6BB61}" type="datetime1">
              <a:rPr lang="en-GB" smtClean="0">
                <a:solidFill>
                  <a:schemeClr val="bg1"/>
                </a:solidFill>
              </a:rPr>
              <a:t>24/09/2026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F4A94-B497-0088-DF60-FE3655B260C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|  </a:t>
            </a:r>
            <a:fld id="{8CF9DE7D-F270-4E16-BA04-5BCA8969A2EA}" type="slidenum">
              <a:rPr lang="en-GB" smtClean="0">
                <a:solidFill>
                  <a:schemeClr val="bg1"/>
                </a:solidFill>
              </a:rPr>
              <a:pPr/>
              <a:t>5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Fußzeilenplatzhalter 7" descr="{&quot;templafy&quot;:{&quot;id&quot;:&quot;a0bff947-1f7c-4514-a606-6e1134a47e7f&quot;}}">
            <a:extLst>
              <a:ext uri="{FF2B5EF4-FFF2-40B4-BE49-F238E27FC236}">
                <a16:creationId xmlns:a16="http://schemas.microsoft.com/office/drawing/2014/main" id="{A5FE28D3-F568-4353-9EAA-D42662F348BF}"/>
              </a:ext>
            </a:extLst>
          </p:cNvPr>
          <p:cNvSpPr txBox="1">
            <a:spLocks/>
          </p:cNvSpPr>
          <p:nvPr/>
        </p:nvSpPr>
        <p:spPr bwMode="gray">
          <a:xfrm>
            <a:off x="623888" y="6371818"/>
            <a:ext cx="442193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spc="20" baseline="0">
                <a:solidFill>
                  <a:schemeClr val="bg1"/>
                </a:solidFill>
                <a:latin typeface="+mn-lt"/>
              </a:rPr>
              <a:t>© Zühlke</a:t>
            </a:r>
            <a:endParaRPr lang="en-GB" sz="800" spc="20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Year" descr="{&quot;templafy&quot;:{&quot;id&quot;:&quot;376d1111-2e4c-41d6-bf5b-615caa165f5e&quot;}}">
            <a:extLst>
              <a:ext uri="{FF2B5EF4-FFF2-40B4-BE49-F238E27FC236}">
                <a16:creationId xmlns:a16="http://schemas.microsoft.com/office/drawing/2014/main" id="{53D4E0BC-B5D7-D4E4-39F3-5E5844D06877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1091122" y="6371819"/>
            <a:ext cx="25235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/>
          <a:p>
            <a:pPr marL="0" algn="l" defTabSz="914400" rtl="0" eaLnBrk="1" latinLnBrk="0" hangingPunct="1"/>
            <a:r>
              <a:rPr lang="en-GB" sz="800" kern="1200" spc="20" baseline="0" noProof="1">
                <a:solidFill>
                  <a:schemeClr val="bg1"/>
                </a:solidFill>
                <a:latin typeface="AA Zuehlke" pitchFamily="2" charset="0"/>
                <a:ea typeface="+mn-ea"/>
                <a:cs typeface="+mn-cs"/>
              </a:rPr>
              <a:t>2026</a:t>
            </a:r>
          </a:p>
        </p:txBody>
      </p:sp>
      <p:pic>
        <p:nvPicPr>
          <p:cNvPr id="2128" name="Picture 2127" descr="architectu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178" y="1493900"/>
            <a:ext cx="4816483" cy="4877918"/>
          </a:xfrm>
          <a:prstGeom prst="rect">
            <a:avLst/>
          </a:prstGeom>
        </p:spPr>
      </p:pic>
      <p:sp>
        <p:nvSpPr>
          <p:cNvPr id="2129" name="TextBox 2128"/>
          <p:cNvSpPr txBox="1"/>
          <p:nvPr/>
        </p:nvSpPr>
        <p:spPr>
          <a:xfrm>
            <a:off x="5852160" y="1737360"/>
            <a:ext cx="56692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sz="1600" b="1" dirty="0">
                <a:solidFill>
                  <a:schemeClr val="bg1"/>
                </a:solidFill>
              </a:rPr>
              <a:t>Data and integrations</a:t>
            </a:r>
            <a:br>
              <a:rPr lang="en-US" sz="1600" b="1" dirty="0">
                <a:solidFill>
                  <a:schemeClr val="bg1"/>
                </a:solidFill>
              </a:rPr>
            </a:br>
            <a:r>
              <a:rPr sz="1600" b="0" dirty="0">
                <a:solidFill>
                  <a:schemeClr val="bg1"/>
                </a:solidFill>
              </a:rPr>
              <a:t>PostgreSQL as system of record; Entra ID for identity; an approved AI service for the Teams/Slack channel; a device/gateway layer for sensors and LEDs, chosen through the pilot.</a:t>
            </a:r>
            <a:br>
              <a:rPr lang="en-US" sz="1600" b="0" dirty="0">
                <a:solidFill>
                  <a:schemeClr val="bg1"/>
                </a:solidFill>
              </a:rPr>
            </a:br>
            <a:endParaRPr sz="1600" b="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sz="1600" b="1" dirty="0">
                <a:solidFill>
                  <a:schemeClr val="bg1"/>
                </a:solidFill>
              </a:rPr>
              <a:t>Security and privacy</a:t>
            </a:r>
            <a:br>
              <a:rPr lang="en-US" sz="1600" b="1" dirty="0">
                <a:solidFill>
                  <a:schemeClr val="bg1"/>
                </a:solidFill>
              </a:rPr>
            </a:br>
            <a:r>
              <a:rPr sz="1600" b="0" dirty="0">
                <a:solidFill>
                  <a:schemeClr val="bg1"/>
                </a:solidFill>
              </a:rPr>
              <a:t>Booking data reveals who sits where — treated as sensitive personal data, access scoped to the employee and admins. Only synthetic data used in build and demo.</a:t>
            </a:r>
            <a:br>
              <a:rPr lang="en-US" sz="1600" b="0" dirty="0">
                <a:solidFill>
                  <a:schemeClr val="bg1"/>
                </a:solidFill>
              </a:rPr>
            </a:br>
            <a:endParaRPr sz="1600" b="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sz="1600" b="1" dirty="0">
                <a:solidFill>
                  <a:schemeClr val="bg1"/>
                </a:solidFill>
              </a:rPr>
              <a:t>Reliability (to validate in Discovery)</a:t>
            </a:r>
            <a:br>
              <a:rPr lang="en-US" sz="1600" b="1" dirty="0">
                <a:solidFill>
                  <a:schemeClr val="bg1"/>
                </a:solidFill>
              </a:rPr>
            </a:br>
            <a:r>
              <a:rPr sz="1600" b="0" dirty="0">
                <a:solidFill>
                  <a:schemeClr val="bg1"/>
                </a:solidFill>
              </a:rPr>
              <a:t>99.9% monthly availability, 15-minute recovery point, 4-hour recovery time — proposed targets, not yet load-tested.</a:t>
            </a:r>
            <a:br>
              <a:rPr lang="en-US" sz="1600" b="0" dirty="0">
                <a:solidFill>
                  <a:schemeClr val="bg1"/>
                </a:solidFill>
              </a:rPr>
            </a:br>
            <a:endParaRPr sz="1600" b="0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sz="1600" b="1" dirty="0">
                <a:solidFill>
                  <a:schemeClr val="bg1"/>
                </a:solidFill>
              </a:rPr>
              <a:t>Scale</a:t>
            </a:r>
            <a:br>
              <a:rPr lang="en-US" sz="1600" b="1" dirty="0">
                <a:solidFill>
                  <a:schemeClr val="bg1"/>
                </a:solidFill>
              </a:rPr>
            </a:br>
            <a:r>
              <a:rPr sz="1600" b="0" dirty="0">
                <a:solidFill>
                  <a:schemeClr val="bg1"/>
                </a:solidFill>
              </a:rPr>
              <a:t>Designed for multiple offices and 5,000+ users from one Belgrade pilot — proven at pilot scale first, then extended.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63799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v="urn:schemas-microsoft-com:vml" xmlns:adec="http://schemas.microsoft.com/office/drawing/2017/decorative" xmlns:asvg="http://schemas.microsoft.com/office/drawing/2016/SVG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2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40000" fill="hold"/>
                                        <p:tgtEl>
                                          <p:spTgt spid="21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CFB634F-2116-0B5B-7BEB-A0A04F05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D70F5CC-4C8D-3AB5-B8E6-35C8AA627733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27" imgH="327" progId="TCLayout.ActiveDocument.1">
                  <p:embed/>
                </p:oleObj>
              </mc:Choice>
              <mc:Fallback>
                <p:oleObj name="think-cell Slide" r:id="rId6" imgW="327" imgH="327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D70F5CC-4C8D-3AB5-B8E6-35C8AA6277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hteck 8">
            <a:extLst>
              <a:ext uri="{FF2B5EF4-FFF2-40B4-BE49-F238E27FC236}">
                <a16:creationId xmlns:a16="http://schemas.microsoft.com/office/drawing/2014/main" id="{66718F2B-3A40-5B6A-0C2E-01C89DBD9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0" y="1628800"/>
            <a:ext cx="12191999" cy="504000"/>
          </a:xfrm>
          <a:prstGeom prst="rect">
            <a:avLst/>
          </a:prstGeom>
          <a:gradFill>
            <a:gsLst>
              <a:gs pos="68000">
                <a:srgbClr val="6772C9"/>
              </a:gs>
              <a:gs pos="10000">
                <a:srgbClr val="A841AE"/>
              </a:gs>
              <a:gs pos="100000">
                <a:srgbClr val="2C9FE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pc="2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2EE2CAC7-6688-1130-5183-02BD3522853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 vert="horz"/>
          <a:lstStyle/>
          <a:p>
            <a:r>
              <a:rPr lang="en-GB"/>
              <a:t>PoC Scope and Validation Goals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BC2CE80-95D5-4256-EA31-E86644A6427F}"/>
              </a:ext>
            </a:extLst>
          </p:cNvPr>
          <p:cNvSpPr>
            <a:spLocks noGrp="1"/>
          </p:cNvSpPr>
          <p:nvPr>
            <p:ph type="subTitle" idx="17"/>
          </p:nvPr>
        </p:nvSpPr>
        <p:spPr bwMode="gray"/>
        <p:txBody>
          <a:bodyPr/>
          <a:lstStyle/>
          <a:p>
            <a:r>
              <a:t>Two or three functionalities, chosen to test the riskiest assumption first.</a:t>
            </a:r>
            <a:endParaRPr lang="en-GB"/>
          </a:p>
        </p:txBody>
      </p:sp>
      <p:sp>
        <p:nvSpPr>
          <p:cNvPr id="2" name="Date Placeholder 9">
            <a:extLst>
              <a:ext uri="{FF2B5EF4-FFF2-40B4-BE49-F238E27FC236}">
                <a16:creationId xmlns:a16="http://schemas.microsoft.com/office/drawing/2014/main" id="{A01E41DD-8C76-255F-B629-ADF02EE6853D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418400" y="6372000"/>
            <a:ext cx="680400" cy="144000"/>
          </a:xfrm>
        </p:spPr>
        <p:txBody>
          <a:bodyPr/>
          <a:lstStyle/>
          <a:p>
            <a:fld id="{FD20AE32-A224-F549-B573-3E7F3C15EE73}" type="datetime1">
              <a:rPr lang="de-CH" smtClean="0"/>
              <a:t>24.09.26</a:t>
            </a:fld>
            <a:endParaRPr lang="en-GB"/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4B4709A-3613-E58A-62BF-8FB7A6E58BB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558800" y="6372000"/>
            <a:ext cx="4392000" cy="1440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BE65EA1-F664-800B-6A8C-36340F663B7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000" y="6372000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9A5DB3EA-063E-4F9F-9BD5-333BE348FB94}" type="slidenum">
              <a:rPr lang="en-GB" smtClean="0"/>
              <a:pPr/>
              <a:t>6</a:t>
            </a:fld>
            <a:endParaRPr lang="en-GB"/>
          </a:p>
        </p:txBody>
      </p:sp>
      <p:grpSp>
        <p:nvGrpSpPr>
          <p:cNvPr id="13" name="Gruppieren 8">
            <a:extLst>
              <a:ext uri="{FF2B5EF4-FFF2-40B4-BE49-F238E27FC236}">
                <a16:creationId xmlns:a16="http://schemas.microsoft.com/office/drawing/2014/main" id="{B4394876-6CA1-FA5D-7E22-8D2427635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gray">
          <a:xfrm>
            <a:off x="8460457" y="-3051720"/>
            <a:ext cx="4375695" cy="4375695"/>
            <a:chOff x="5944242" y="4834696"/>
            <a:chExt cx="5699939" cy="5699939"/>
          </a:xfrm>
        </p:grpSpPr>
        <p:sp>
          <p:nvSpPr>
            <p:cNvPr id="14" name="Ellipse 9">
              <a:extLst>
                <a:ext uri="{FF2B5EF4-FFF2-40B4-BE49-F238E27FC236}">
                  <a16:creationId xmlns:a16="http://schemas.microsoft.com/office/drawing/2014/main" id="{1A4023EA-F081-F58C-AC8C-C33203781052}"/>
                </a:ext>
              </a:extLst>
            </p:cNvPr>
            <p:cNvSpPr/>
            <p:nvPr/>
          </p:nvSpPr>
          <p:spPr bwMode="gray">
            <a:xfrm>
              <a:off x="6887488" y="6002708"/>
              <a:ext cx="4296877" cy="4296877"/>
            </a:xfrm>
            <a:prstGeom prst="ellipse">
              <a:avLst/>
            </a:prstGeom>
            <a:noFill/>
            <a:ln w="12700">
              <a:solidFill>
                <a:srgbClr val="D9D9D9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Ellipse 10">
              <a:extLst>
                <a:ext uri="{FF2B5EF4-FFF2-40B4-BE49-F238E27FC236}">
                  <a16:creationId xmlns:a16="http://schemas.microsoft.com/office/drawing/2014/main" id="{B2D0D282-59F0-0FDC-6DBE-B0B9481D65C5}"/>
                </a:ext>
              </a:extLst>
            </p:cNvPr>
            <p:cNvSpPr/>
            <p:nvPr/>
          </p:nvSpPr>
          <p:spPr bwMode="gray">
            <a:xfrm>
              <a:off x="5944242" y="4834696"/>
              <a:ext cx="5699939" cy="5699939"/>
            </a:xfrm>
            <a:prstGeom prst="ellipse">
              <a:avLst/>
            </a:prstGeom>
            <a:noFill/>
            <a:ln w="127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6" name="Ellipse 11">
            <a:extLst>
              <a:ext uri="{FF2B5EF4-FFF2-40B4-BE49-F238E27FC236}">
                <a16:creationId xmlns:a16="http://schemas.microsoft.com/office/drawing/2014/main" id="{78F73F66-37E3-C1B2-9E7A-1A1563986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gray">
          <a:xfrm>
            <a:off x="8460457" y="-3051720"/>
            <a:ext cx="4375695" cy="4375695"/>
          </a:xfrm>
          <a:prstGeom prst="ellipse">
            <a:avLst/>
          </a:prstGeom>
          <a:noFill/>
          <a:ln w="12700">
            <a:solidFill>
              <a:srgbClr val="8CD9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Standard Text">
            <a:extLst>
              <a:ext uri="{FF2B5EF4-FFF2-40B4-BE49-F238E27FC236}">
                <a16:creationId xmlns:a16="http://schemas.microsoft.com/office/drawing/2014/main" id="{A19605EF-89D1-13FA-B4AE-E8E85B1F1D0A}"/>
              </a:ext>
            </a:extLst>
          </p:cNvPr>
          <p:cNvSpPr txBox="1">
            <a:spLocks/>
          </p:cNvSpPr>
          <p:nvPr/>
        </p:nvSpPr>
        <p:spPr bwMode="gray">
          <a:xfrm>
            <a:off x="6241129" y="2276550"/>
            <a:ext cx="5327479" cy="38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r>
              <a:rPr lang="en-GB" dirty="0"/>
              <a:t>Database-enforced conflict safety holds under concurrent requests; a combined </a:t>
            </a:r>
            <a:r>
              <a:rPr lang="en-GB" dirty="0" err="1"/>
              <a:t>desk+parking</a:t>
            </a:r>
            <a:r>
              <a:rPr lang="en-GB" dirty="0"/>
              <a:t> booking succeeds or fails as one unit; a check-in deadline reliably triggers automatic release and instant rebooking — proven in a working system, not a diagram.</a:t>
            </a:r>
          </a:p>
        </p:txBody>
      </p:sp>
      <p:sp>
        <p:nvSpPr>
          <p:cNvPr id="21" name="Standard Text">
            <a:extLst>
              <a:ext uri="{FF2B5EF4-FFF2-40B4-BE49-F238E27FC236}">
                <a16:creationId xmlns:a16="http://schemas.microsoft.com/office/drawing/2014/main" id="{EE309C32-9FE6-2E3F-8DC7-D6D59FE4688F}"/>
              </a:ext>
            </a:extLst>
          </p:cNvPr>
          <p:cNvSpPr txBox="1">
            <a:spLocks/>
          </p:cNvSpPr>
          <p:nvPr/>
        </p:nvSpPr>
        <p:spPr bwMode="gray">
          <a:xfrm>
            <a:off x="623391" y="1628800"/>
            <a:ext cx="5327407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pPr lvl="1"/>
            <a:r>
              <a:rPr lang="en-GB">
                <a:solidFill>
                  <a:schemeClr val="bg1"/>
                </a:solidFill>
              </a:rPr>
              <a:t>What we selected, and why</a:t>
            </a: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2" name="Standard Text">
            <a:extLst>
              <a:ext uri="{FF2B5EF4-FFF2-40B4-BE49-F238E27FC236}">
                <a16:creationId xmlns:a16="http://schemas.microsoft.com/office/drawing/2014/main" id="{B6A92D0E-CBE8-D997-01B2-CDE8234BF769}"/>
              </a:ext>
            </a:extLst>
          </p:cNvPr>
          <p:cNvSpPr txBox="1">
            <a:spLocks/>
          </p:cNvSpPr>
          <p:nvPr/>
        </p:nvSpPr>
        <p:spPr bwMode="gray">
          <a:xfrm>
            <a:off x="6240633" y="1628800"/>
            <a:ext cx="5327479" cy="50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pPr lvl="1"/>
            <a:r>
              <a:rPr lang="en-GB">
                <a:solidFill>
                  <a:schemeClr val="bg1"/>
                </a:solidFill>
              </a:rPr>
              <a:t>What the PoC validates</a:t>
            </a: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3" name="Standard Text">
            <a:extLst>
              <a:ext uri="{FF2B5EF4-FFF2-40B4-BE49-F238E27FC236}">
                <a16:creationId xmlns:a16="http://schemas.microsoft.com/office/drawing/2014/main" id="{D7710D82-4AA8-B321-DEBD-1449C2738420}"/>
              </a:ext>
            </a:extLst>
          </p:cNvPr>
          <p:cNvSpPr txBox="1">
            <a:spLocks/>
          </p:cNvSpPr>
          <p:nvPr/>
        </p:nvSpPr>
        <p:spPr bwMode="gray">
          <a:xfrm>
            <a:off x="623392" y="2276550"/>
            <a:ext cx="5327479" cy="38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r>
              <a:rPr lang="en-GB" dirty="0"/>
              <a:t>Booking, check-in and automatic release (FR-03, FR-08, FR-09) — the one journey where conflict safety and the no-show problem meet. It's the highest-risk, highest-value assumption in the whole proposal: does automatic release actually hold under real booking pressure?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937472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4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18" hidden="1">
            <a:extLst>
              <a:ext uri="{FF2B5EF4-FFF2-40B4-BE49-F238E27FC236}">
                <a16:creationId xmlns:a16="http://schemas.microsoft.com/office/drawing/2014/main" id="{19FFA141-0DE9-FADE-EBEB-F803ABA22D64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27" imgH="327" progId="TCLayout.ActiveDocument.1">
                  <p:embed/>
                </p:oleObj>
              </mc:Choice>
              <mc:Fallback>
                <p:oleObj name="think-cell Slide" r:id="rId5" imgW="327" imgH="327" progId="TCLayout.ActiveDocument.1">
                  <p:embed/>
                  <p:pic>
                    <p:nvPicPr>
                      <p:cNvPr id="19" name="Object 18" hidden="1">
                        <a:extLst>
                          <a:ext uri="{FF2B5EF4-FFF2-40B4-BE49-F238E27FC236}">
                            <a16:creationId xmlns:a16="http://schemas.microsoft.com/office/drawing/2014/main" id="{19FFA141-0DE9-FADE-EBEB-F803ABA22D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A220B7E-0EF3-6D4D-857B-5F40C7A8DC0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 vert="horz"/>
          <a:lstStyle/>
          <a:p>
            <a:r>
              <a:rPr lang="en-GB"/>
              <a:t>PoC Results, SDLC and Learnings</a:t>
            </a:r>
          </a:p>
        </p:txBody>
      </p:sp>
      <p:sp>
        <p:nvSpPr>
          <p:cNvPr id="22" name="Subtitle 21">
            <a:extLst>
              <a:ext uri="{FF2B5EF4-FFF2-40B4-BE49-F238E27FC236}">
                <a16:creationId xmlns:a16="http://schemas.microsoft.com/office/drawing/2014/main" id="{589260F1-5D31-9D76-4117-99E4DA03D2B5}"/>
              </a:ext>
            </a:extLst>
          </p:cNvPr>
          <p:cNvSpPr>
            <a:spLocks noGrp="1"/>
          </p:cNvSpPr>
          <p:nvPr>
            <p:ph type="subTitle" idx="17"/>
          </p:nvPr>
        </p:nvSpPr>
        <p:spPr bwMode="gray"/>
        <p:txBody>
          <a:bodyPr/>
          <a:lstStyle/>
          <a:p>
            <a:r>
              <a:rPr lang="en-GB"/>
              <a:t>What we built, the Agentic SDLC used to build it, and what we learned.</a:t>
            </a:r>
          </a:p>
        </p:txBody>
      </p:sp>
      <p:sp>
        <p:nvSpPr>
          <p:cNvPr id="78" name="Standard Text">
            <a:extLst>
              <a:ext uri="{FF2B5EF4-FFF2-40B4-BE49-F238E27FC236}">
                <a16:creationId xmlns:a16="http://schemas.microsoft.com/office/drawing/2014/main" id="{B763F1AC-A2AD-129D-B26E-085DAEB3C9CC}"/>
              </a:ext>
            </a:extLst>
          </p:cNvPr>
          <p:cNvSpPr txBox="1">
            <a:spLocks/>
          </p:cNvSpPr>
          <p:nvPr/>
        </p:nvSpPr>
        <p:spPr bwMode="gray">
          <a:xfrm>
            <a:off x="623888" y="2470044"/>
            <a:ext cx="5328000" cy="11519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lvl="1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pPr lvl="1" indent="-216000">
              <a:spcBef>
                <a:spcPts val="0"/>
              </a:spcBef>
            </a:pPr>
            <a:r>
              <a:rPr lang="en-GB" sz="1400" dirty="0"/>
              <a:t>Key decisions</a:t>
            </a:r>
          </a:p>
          <a:p>
            <a:pPr lvl="1">
              <a:spcBef>
                <a:spcPts val="0"/>
              </a:spcBef>
            </a:pPr>
            <a:r>
              <a:rPr lang="en-GB" sz="1400" dirty="0">
                <a:latin typeface="+mn-lt"/>
              </a:rPr>
              <a:t>Three written decision records (half-day policy, specific-resource map picker, three-feature bid scope) kept the team aligned without slowing down — each one traceable in the repository.</a:t>
            </a:r>
          </a:p>
        </p:txBody>
      </p:sp>
      <p:sp>
        <p:nvSpPr>
          <p:cNvPr id="79" name="Standard Text">
            <a:extLst>
              <a:ext uri="{FF2B5EF4-FFF2-40B4-BE49-F238E27FC236}">
                <a16:creationId xmlns:a16="http://schemas.microsoft.com/office/drawing/2014/main" id="{6938889F-8806-F296-4F18-E830B6C5C71D}"/>
              </a:ext>
            </a:extLst>
          </p:cNvPr>
          <p:cNvSpPr txBox="1">
            <a:spLocks/>
          </p:cNvSpPr>
          <p:nvPr/>
        </p:nvSpPr>
        <p:spPr bwMode="gray">
          <a:xfrm>
            <a:off x="6240608" y="2470044"/>
            <a:ext cx="5328000" cy="11519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lvl="1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pPr lvl="1"/>
            <a:r>
              <a:rPr lang="en-GB" sz="1400"/>
              <a:t>Biggest lesson</a:t>
            </a:r>
          </a:p>
          <a:p>
            <a:pPr lvl="1">
              <a:spcBef>
                <a:spcPts val="0"/>
              </a:spcBef>
            </a:pPr>
            <a:r>
              <a:rPr lang="en-GB" sz="1400">
                <a:latin typeface="+mn-lt"/>
              </a:rPr>
              <a:t>Database constraints, not application code, are what make “conflict-safe” a guarantee instead of a hope — the agent proposed it, a human approved it as the load-bearing design decision.</a:t>
            </a:r>
          </a:p>
        </p:txBody>
      </p:sp>
      <p:sp>
        <p:nvSpPr>
          <p:cNvPr id="80" name="Standard Text">
            <a:extLst>
              <a:ext uri="{FF2B5EF4-FFF2-40B4-BE49-F238E27FC236}">
                <a16:creationId xmlns:a16="http://schemas.microsoft.com/office/drawing/2014/main" id="{1F4FE72C-0562-9D8B-6AB4-D26A86BE9B80}"/>
              </a:ext>
            </a:extLst>
          </p:cNvPr>
          <p:cNvSpPr txBox="1">
            <a:spLocks/>
          </p:cNvSpPr>
          <p:nvPr/>
        </p:nvSpPr>
        <p:spPr bwMode="gray">
          <a:xfrm>
            <a:off x="623392" y="1628800"/>
            <a:ext cx="10944225" cy="3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lvl="1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pPr lvl="1"/>
            <a:r>
              <a:rPr lang="en-GB" sz="1400" dirty="0">
                <a:latin typeface="+mn-lt"/>
              </a:rPr>
              <a:t>Working results: combined </a:t>
            </a:r>
            <a:r>
              <a:rPr lang="en-GB" sz="1400" dirty="0" err="1">
                <a:latin typeface="+mn-lt"/>
              </a:rPr>
              <a:t>desk+parking</a:t>
            </a:r>
            <a:r>
              <a:rPr lang="en-GB" sz="1400" dirty="0">
                <a:latin typeface="+mn-lt"/>
              </a:rPr>
              <a:t> booking (atomic); conflict-safe by database design, not application code; ownership-checked, idempotent check-in; automatic no-show release with a full audit trail — all running today, not mocked.</a:t>
            </a:r>
          </a:p>
        </p:txBody>
      </p:sp>
      <p:sp>
        <p:nvSpPr>
          <p:cNvPr id="4" name="Date Placeholder 9">
            <a:extLst>
              <a:ext uri="{FF2B5EF4-FFF2-40B4-BE49-F238E27FC236}">
                <a16:creationId xmlns:a16="http://schemas.microsoft.com/office/drawing/2014/main" id="{228A48F3-E3AE-2D1A-949E-6700053F833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418400" y="6372000"/>
            <a:ext cx="680400" cy="144000"/>
          </a:xfrm>
        </p:spPr>
        <p:txBody>
          <a:bodyPr/>
          <a:lstStyle/>
          <a:p>
            <a:fld id="{6EBD1B98-77B8-504A-AC12-E37150047F93}" type="datetime1">
              <a:rPr lang="de-CH" smtClean="0"/>
              <a:t>24.09.26</a:t>
            </a:fld>
            <a:endParaRPr lang="en-GB"/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712AD07-5CFE-26C7-8EA9-31082124DF2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558800" y="6372000"/>
            <a:ext cx="4392000" cy="1440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11">
            <a:extLst>
              <a:ext uri="{FF2B5EF4-FFF2-40B4-BE49-F238E27FC236}">
                <a16:creationId xmlns:a16="http://schemas.microsoft.com/office/drawing/2014/main" id="{882B1430-F3DC-426A-49A9-57768284747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000" y="6372000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9A5DB3EA-063E-4F9F-9BD5-333BE348FB94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81" name="TextBox 80"/>
          <p:cNvSpPr txBox="1"/>
          <p:nvPr/>
        </p:nvSpPr>
        <p:spPr>
          <a:xfrm>
            <a:off x="621792" y="37033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SDLC used for the PoC</a:t>
            </a:r>
          </a:p>
        </p:txBody>
      </p:sp>
      <p:pic>
        <p:nvPicPr>
          <p:cNvPr id="82" name="Picture 81" descr="sdlc-po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069080"/>
            <a:ext cx="11155680" cy="1209481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74819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C5F4DC-F344-EB81-BA02-F7271E434F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AAA872-5238-4E95-C9AF-00241B81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Roadmap and Team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0A50BBB-8AA4-6E16-1DF0-EA225394ABD3}"/>
              </a:ext>
            </a:extLst>
          </p:cNvPr>
          <p:cNvSpPr>
            <a:spLocks noGrp="1"/>
          </p:cNvSpPr>
          <p:nvPr>
            <p:ph type="subTitle" idx="17"/>
          </p:nvPr>
        </p:nvSpPr>
        <p:spPr/>
        <p:txBody>
          <a:bodyPr/>
          <a:lstStyle/>
          <a:p>
            <a:r>
              <a:t>Delivery phases, governance (phase-gate steering and acceptance review), and the team behind them.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6500C-5BEC-F8C6-B4B7-ABB84E6F2AA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D307158-29EF-0247-8A8D-896A559BB729}" type="datetime1">
              <a:rPr lang="de-CH" smtClean="0"/>
              <a:t>24.09.26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7296F-ACB7-FB24-B95A-1A149913915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5838E-19AA-1D48-2D3B-6F81B4DA604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r>
              <a:rPr lang="de-DE"/>
              <a:t>|  </a:t>
            </a:r>
            <a:fld id="{9A5DB3EA-063E-4F9F-9BD5-333BE348FB94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8" name="Picture 7" descr="gant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04" y="1557174"/>
            <a:ext cx="8011475" cy="27386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60296" y="1557174"/>
            <a:ext cx="310896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750" indent="-321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sz="1400" b="1" dirty="0"/>
              <a:t>Marija </a:t>
            </a:r>
            <a:r>
              <a:rPr sz="1400" b="1" dirty="0" err="1"/>
              <a:t>Fajht</a:t>
            </a:r>
            <a:br>
              <a:rPr lang="en-US" sz="1400" b="1" dirty="0"/>
            </a:br>
            <a:r>
              <a:rPr sz="1400" dirty="0"/>
              <a:t>Product/proposal lead</a:t>
            </a:r>
          </a:p>
          <a:p>
            <a:pPr marL="357750" indent="-321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sz="1400" b="1" dirty="0"/>
              <a:t>Milan Mirkovic</a:t>
            </a:r>
            <a:br>
              <a:rPr lang="en-US" sz="1400" b="1" dirty="0"/>
            </a:br>
            <a:r>
              <a:rPr sz="1400" dirty="0"/>
              <a:t>Technical lead</a:t>
            </a:r>
          </a:p>
          <a:p>
            <a:pPr marL="357750" indent="-321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sz="1400" b="1" dirty="0"/>
              <a:t>Vladimir Mihailovic</a:t>
            </a:r>
            <a:br>
              <a:rPr lang="en-US" sz="1400" b="1" dirty="0"/>
            </a:br>
            <a:r>
              <a:rPr sz="1400" dirty="0"/>
              <a:t>Frontend engineer</a:t>
            </a:r>
          </a:p>
          <a:p>
            <a:pPr marL="357750" indent="-321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sz="1400" b="1" dirty="0"/>
              <a:t>Petar </a:t>
            </a:r>
            <a:r>
              <a:rPr sz="1400" b="1" dirty="0" err="1"/>
              <a:t>Scepanovic</a:t>
            </a:r>
            <a:br>
              <a:rPr lang="en-US" sz="1400" b="1" dirty="0"/>
            </a:br>
            <a:r>
              <a:rPr sz="1400" dirty="0"/>
              <a:t>Backend engineer</a:t>
            </a:r>
          </a:p>
          <a:p>
            <a:pPr marL="357750" indent="-321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sz="1400" b="1" dirty="0"/>
              <a:t>Joze Vodnik</a:t>
            </a:r>
            <a:br>
              <a:rPr lang="en-US" sz="1400" b="1" dirty="0"/>
            </a:br>
            <a:r>
              <a:rPr sz="1400" dirty="0"/>
              <a:t>QA/evidence lead</a:t>
            </a:r>
          </a:p>
          <a:p>
            <a:pPr marL="357750" indent="-32175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§"/>
            </a:pPr>
            <a:r>
              <a:rPr sz="1400" b="1" dirty="0"/>
              <a:t>Marko Simic</a:t>
            </a:r>
            <a:br>
              <a:rPr lang="en-US" sz="1400" b="1" dirty="0"/>
            </a:br>
            <a:r>
              <a:rPr sz="1400" dirty="0"/>
              <a:t>Platform/integration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304" y="5356833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/>
              <a:t>Governance</a:t>
            </a:r>
            <a:r>
              <a:rPr sz="1400" dirty="0"/>
              <a:t>: </a:t>
            </a:r>
            <a:r>
              <a:rPr lang="en-US" sz="1400" dirty="0"/>
              <a:t>A</a:t>
            </a:r>
            <a:r>
              <a:rPr sz="1400" dirty="0"/>
              <a:t> joint steering point at the end of each phase, client reviewing acceptance evidence before the next phase's budget is released. Client involvement: office hours/policy input in Discovery, design approval, phase-gate acceptance.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33734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BD928-B410-8C0B-7962-EE478C93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>
            <a:extLst>
              <a:ext uri="{FF2B5EF4-FFF2-40B4-BE49-F238E27FC236}">
                <a16:creationId xmlns:a16="http://schemas.microsoft.com/office/drawing/2014/main" id="{9DDBAE6C-0FAA-D881-0194-A1A4B34BD057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06" imgH="306" progId="TCLayout.ActiveDocument.1">
                  <p:embed/>
                </p:oleObj>
              </mc:Choice>
              <mc:Fallback>
                <p:oleObj name="think-cell Slide" r:id="rId6" imgW="306" imgH="306" progId="TCLayout.ActiveDocument.1">
                  <p:embed/>
                  <p:pic>
                    <p:nvPicPr>
                      <p:cNvPr id="29" name="Object 28" hidden="1">
                        <a:extLst>
                          <a:ext uri="{FF2B5EF4-FFF2-40B4-BE49-F238E27FC236}">
                            <a16:creationId xmlns:a16="http://schemas.microsoft.com/office/drawing/2014/main" id="{9DDBAE6C-0FAA-D881-0194-A1A4B34BD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 hidden="1">
            <a:extLst>
              <a:ext uri="{FF2B5EF4-FFF2-40B4-BE49-F238E27FC236}">
                <a16:creationId xmlns:a16="http://schemas.microsoft.com/office/drawing/2014/main" id="{18EC3B78-BF50-E78B-4D6D-7E22DF16CE0E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3000">
              <a:solidFill>
                <a:schemeClr val="tx1"/>
              </a:solidFill>
              <a:latin typeface="Open Sans Extrabold" panose="020B0906030804020204" pitchFamily="34" charset="0"/>
              <a:ea typeface="Open Sans Extrabold" panose="020B0906030804020204" pitchFamily="34" charset="0"/>
              <a:cs typeface="Open Sans Extrabold" panose="020B0906030804020204" pitchFamily="34" charset="0"/>
              <a:sym typeface="Open Sans Extrabold" panose="020B0906030804020204" pitchFamily="34" charset="0"/>
            </a:endParaRP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01E38A05-DF68-A517-6047-D8BC311DCB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9FA8EB4E-D6E2-ABB9-C523-1AF1578372B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 vert="horz"/>
          <a:lstStyle/>
          <a:p>
            <a:r>
              <a:rPr lang="de-DE"/>
              <a:t>Commercial Proposal</a:t>
            </a:r>
          </a:p>
        </p:txBody>
      </p:sp>
      <p:sp>
        <p:nvSpPr>
          <p:cNvPr id="15" name="Untertitel 14">
            <a:extLst>
              <a:ext uri="{FF2B5EF4-FFF2-40B4-BE49-F238E27FC236}">
                <a16:creationId xmlns:a16="http://schemas.microsoft.com/office/drawing/2014/main" id="{E0636A05-25F8-9CE1-C868-2414E6FC5A08}"/>
              </a:ext>
            </a:extLst>
          </p:cNvPr>
          <p:cNvSpPr>
            <a:spLocks noGrp="1"/>
          </p:cNvSpPr>
          <p:nvPr>
            <p:ph type="subTitle" idx="17"/>
          </p:nvPr>
        </p:nvSpPr>
        <p:spPr bwMode="gray"/>
        <p:txBody>
          <a:bodyPr/>
          <a:lstStyle/>
          <a:p>
            <a:r>
              <a:t>Person-days, duration and price for the Phase 1 pilot — the three value-carrying features.</a:t>
            </a:r>
            <a:endParaRPr lang="de-DE"/>
          </a:p>
        </p:txBody>
      </p:sp>
      <p:pic>
        <p:nvPicPr>
          <p:cNvPr id="20" name="Grafik 9">
            <a:extLst>
              <a:ext uri="{FF2B5EF4-FFF2-40B4-BE49-F238E27FC236}">
                <a16:creationId xmlns:a16="http://schemas.microsoft.com/office/drawing/2014/main" id="{222468E5-3DCB-1FD8-6AF0-B7032BDF605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alphaModFix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-2" y="1628801"/>
            <a:ext cx="12192001" cy="432047"/>
          </a:xfrm>
          <a:prstGeom prst="rect">
            <a:avLst/>
          </a:prstGeom>
        </p:spPr>
      </p:pic>
      <p:graphicFrame>
        <p:nvGraphicFramePr>
          <p:cNvPr id="21" name="Inhaltsplatzhalter 11">
            <a:extLst>
              <a:ext uri="{FF2B5EF4-FFF2-40B4-BE49-F238E27FC236}">
                <a16:creationId xmlns:a16="http://schemas.microsoft.com/office/drawing/2014/main" id="{8CF3B1C0-628E-1264-D791-4B7BF7880E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3927454"/>
              </p:ext>
            </p:extLst>
          </p:nvPr>
        </p:nvGraphicFramePr>
        <p:xfrm>
          <a:off x="624608" y="1700808"/>
          <a:ext cx="10944000" cy="259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36000">
                  <a:extLst>
                    <a:ext uri="{9D8B030D-6E8A-4147-A177-3AD203B41FA5}">
                      <a16:colId xmlns:a16="http://schemas.microsoft.com/office/drawing/2014/main" val="2389719309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358360450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2275645487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341440423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1245493528"/>
                    </a:ext>
                  </a:extLst>
                </a:gridCol>
                <a:gridCol w="1728000">
                  <a:extLst>
                    <a:ext uri="{9D8B030D-6E8A-4147-A177-3AD203B41FA5}">
                      <a16:colId xmlns:a16="http://schemas.microsoft.com/office/drawing/2014/main" val="136038255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chemeClr val="bg1"/>
                          </a:solidFill>
                        </a:rPr>
                        <a:t>Team engaged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chemeClr val="bg1"/>
                          </a:solidFill>
                        </a:rPr>
                        <a:t>Time period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chemeClr val="bg1"/>
                          </a:solidFill>
                        </a:rPr>
                        <a:t>Estimated PD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chemeClr val="bg1"/>
                          </a:solidFill>
                        </a:rPr>
                        <a:t>Team Daily Rate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chemeClr val="bg1"/>
                          </a:solidFill>
                        </a:rPr>
                        <a:t>Estimated investment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6101217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400" dirty="0"/>
                        <a:t>Discovery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Product/proposal lead + Technical lead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Weeks 1–2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20</a:t>
                      </a:r>
                    </a:p>
                  </a:txBody>
                  <a:tcPr marL="0" marR="0" marT="0" marB="0" anchor="ctr"/>
                </a:tc>
                <a:tc rowSpan="4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0" marR="0" marT="0" marB="0" anchor="ctr"/>
                </a:tc>
                <a:tc rowSpan="4">
                  <a:txBody>
                    <a:bodyPr/>
                    <a:lstStyle/>
                    <a:p>
                      <a:endParaRPr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4537254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400" dirty="0"/>
                        <a:t>Auto-release + hardware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Backend + Platform engineer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Weeks 3–5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30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r>
                        <a:t>€800</a:t>
                      </a:r>
                    </a:p>
                  </a:txBody>
                  <a:tcPr marL="0" marR="0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t>€24,000</a:t>
                      </a:r>
                    </a:p>
                  </a:txBody>
                  <a:tcPr marL="0" marR="0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23132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400" dirty="0"/>
                        <a:t>Easy booking, two ways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Frontend + Technical lead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Weeks 3–5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25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r>
                        <a:t>€800</a:t>
                      </a:r>
                    </a:p>
                  </a:txBody>
                  <a:tcPr marL="0" marR="0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t>€20,000</a:t>
                      </a:r>
                    </a:p>
                  </a:txBody>
                  <a:tcPr marL="0" marR="0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2219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400"/>
                        <a:t>Identity and hardening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Backend + QA/evidence lead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Weeks 6–7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20</a:t>
                      </a: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r>
                        <a:t>€800</a:t>
                      </a:r>
                    </a:p>
                  </a:txBody>
                  <a:tcPr marL="0" marR="0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r>
                        <a:t>€16,000</a:t>
                      </a:r>
                    </a:p>
                  </a:txBody>
                  <a:tcPr marL="0" marR="0" marT="360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275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400" b="1" dirty="0"/>
                        <a:t>Pilot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Product/proposal lead + QA/evidence lead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/>
                        <a:t>Weeks 8–9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20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sz="1400" dirty="0"/>
                    </a:p>
                  </a:txBody>
                  <a:tcPr marL="0" marR="0" marT="36000" marB="0"/>
                </a:tc>
                <a:tc>
                  <a:txBody>
                    <a:bodyPr/>
                    <a:lstStyle/>
                    <a:p>
                      <a:endParaRPr sz="1400" dirty="0"/>
                    </a:p>
                  </a:txBody>
                  <a:tcPr marL="0" marR="0" marT="36000" marB="0"/>
                </a:tc>
                <a:extLst>
                  <a:ext uri="{0D108BD9-81ED-4DB2-BD59-A6C34878D82A}">
                    <a16:rowId xmlns:a16="http://schemas.microsoft.com/office/drawing/2014/main" val="39486582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sz="1400" b="1" dirty="0"/>
                        <a:t>Base total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b="1" dirty="0"/>
                        <a:t>~9 weeks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sz="1400" b="1" dirty="0"/>
                        <a:t>115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€800</a:t>
                      </a:r>
                      <a:endParaRPr sz="1400" b="1" dirty="0"/>
                    </a:p>
                  </a:txBody>
                  <a:tcPr marL="0" marR="0" marT="36000" marB="0"/>
                </a:tc>
                <a:tc>
                  <a:txBody>
                    <a:bodyPr/>
                    <a:lstStyle/>
                    <a:p>
                      <a:r>
                        <a:rPr sz="1400" b="1" dirty="0"/>
                        <a:t>€92,000</a:t>
                      </a:r>
                    </a:p>
                  </a:txBody>
                  <a:tcPr marL="0" marR="0" marT="36000" marB="0"/>
                </a:tc>
                <a:extLst>
                  <a:ext uri="{0D108BD9-81ED-4DB2-BD59-A6C34878D82A}">
                    <a16:rowId xmlns:a16="http://schemas.microsoft.com/office/drawing/2014/main" val="304088437"/>
                  </a:ext>
                </a:extLst>
              </a:tr>
            </a:tbl>
          </a:graphicData>
        </a:graphic>
      </p:graphicFrame>
      <p:sp>
        <p:nvSpPr>
          <p:cNvPr id="22" name="Standard Text">
            <a:extLst>
              <a:ext uri="{FF2B5EF4-FFF2-40B4-BE49-F238E27FC236}">
                <a16:creationId xmlns:a16="http://schemas.microsoft.com/office/drawing/2014/main" id="{2E65BC81-D155-AC5A-2819-427679E563DF}"/>
              </a:ext>
            </a:extLst>
          </p:cNvPr>
          <p:cNvSpPr txBox="1">
            <a:spLocks/>
          </p:cNvSpPr>
          <p:nvPr/>
        </p:nvSpPr>
        <p:spPr bwMode="gray">
          <a:xfrm>
            <a:off x="623391" y="4343400"/>
            <a:ext cx="10944722" cy="1874519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38100" dir="2700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864000" rIns="144000" bIns="108000" rtlCol="0" anchor="t" anchorCtr="0">
            <a:noAutofit/>
          </a:bodyPr>
          <a:lstStyle>
            <a:defPPr>
              <a:defRPr lang="de-DE"/>
            </a:defPPr>
            <a:lvl1pPr algn="ctr">
              <a:lnSpc>
                <a:spcPct val="120000"/>
              </a:lnSpc>
              <a:defRPr sz="1600" spc="2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GB" sz="1200">
                <a:solidFill>
                  <a:schemeClr val="tx1"/>
                </a:solidFill>
              </a:rPr>
              <a:t>+20% contingency (23 PD, €18,400) = 138 PD, €110,400 indicative envelope, ~9–11 weeks.</a:t>
            </a:r>
          </a:p>
          <a:p>
            <a:pPr algn="l"/>
            <a:r>
              <a:rPr lang="en-GB" sz="1200">
                <a:solidFill>
                  <a:schemeClr val="tx1"/>
                </a:solidFill>
              </a:rPr>
              <a:t>Third-party, shown separately: cloud hosting €600–1,200/month; desk/parking sensors, LEDs, gateways and installation for up to 150 desk and 30 parking sensor points (supplier quote required); AI service consumption once usage patterns are known.</a:t>
            </a: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br>
              <a:rPr lang="en-GB" sz="1200">
                <a:solidFill>
                  <a:schemeClr val="tx1"/>
                </a:solidFill>
              </a:rPr>
            </a:br>
            <a:endParaRPr lang="en-GB" sz="1200">
              <a:solidFill>
                <a:schemeClr val="tx1"/>
              </a:solidFill>
            </a:endParaRPr>
          </a:p>
          <a:p>
            <a:r>
              <a:t>Phase 2+ (administration, audit/reporting, multi-office rollout) is scoped and priced in Discovery once the pilot validates the model.</a:t>
            </a:r>
          </a:p>
        </p:txBody>
      </p:sp>
      <p:sp>
        <p:nvSpPr>
          <p:cNvPr id="32" name="Datumsplatzhalter 31">
            <a:extLst>
              <a:ext uri="{FF2B5EF4-FFF2-40B4-BE49-F238E27FC236}">
                <a16:creationId xmlns:a16="http://schemas.microsoft.com/office/drawing/2014/main" id="{B0494A56-97E2-0D87-73AD-BEFCC822DB5B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24B3A060-686F-DE49-957C-D4E15FB20DF7}" type="datetime1">
              <a:rPr lang="de-CH" smtClean="0">
                <a:solidFill>
                  <a:schemeClr val="bg1"/>
                </a:solidFill>
              </a:rPr>
              <a:t>24.09.26</a:t>
            </a:fld>
            <a:endParaRPr lang="en-GB">
              <a:solidFill>
                <a:schemeClr val="bg1"/>
              </a:solidFill>
            </a:endParaRPr>
          </a:p>
        </p:txBody>
      </p:sp>
      <p:sp>
        <p:nvSpPr>
          <p:cNvPr id="33" name="Foliennummernplatzhalter 32">
            <a:extLst>
              <a:ext uri="{FF2B5EF4-FFF2-40B4-BE49-F238E27FC236}">
                <a16:creationId xmlns:a16="http://schemas.microsoft.com/office/drawing/2014/main" id="{29F47417-CC50-5439-985F-EFA8A3E8F72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r>
              <a:rPr lang="en-GB">
                <a:solidFill>
                  <a:schemeClr val="bg1"/>
                </a:solidFill>
              </a:rPr>
              <a:t>|  </a:t>
            </a:r>
            <a:fld id="{8CF9DE7D-F270-4E16-BA04-5BCA8969A2EA}" type="slidenum">
              <a:rPr lang="en-GB" smtClean="0">
                <a:solidFill>
                  <a:schemeClr val="bg1"/>
                </a:solidFill>
              </a:rPr>
              <a:pPr/>
              <a:t>9</a:t>
            </a:fld>
            <a:endParaRPr lang="en-GB">
              <a:solidFill>
                <a:schemeClr val="bg1"/>
              </a:solidFill>
            </a:endParaRPr>
          </a:p>
        </p:txBody>
      </p:sp>
      <p:sp>
        <p:nvSpPr>
          <p:cNvPr id="34" name="Fußzeilenplatzhalter 33">
            <a:extLst>
              <a:ext uri="{FF2B5EF4-FFF2-40B4-BE49-F238E27FC236}">
                <a16:creationId xmlns:a16="http://schemas.microsoft.com/office/drawing/2014/main" id="{4B1723B3-5104-9700-1D57-DE414388B47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endParaRPr lang="en-GB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11990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9">
            <a:extLst>
              <a:ext uri="{FF2B5EF4-FFF2-40B4-BE49-F238E27FC236}">
                <a16:creationId xmlns:a16="http://schemas.microsoft.com/office/drawing/2014/main" id="{35E9EAC6-1E42-8C68-6880-44D611D977C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628774"/>
            <a:ext cx="1415320" cy="5229225"/>
          </a:xfrm>
          <a:prstGeom prst="rect">
            <a:avLst/>
          </a:prstGeom>
        </p:spPr>
      </p:pic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8826923-6929-A27F-AA3A-D7D2BB07A180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27" imgH="327" progId="TCLayout.ActiveDocument.1">
                  <p:embed/>
                </p:oleObj>
              </mc:Choice>
              <mc:Fallback>
                <p:oleObj name="think-cell Slide" r:id="rId8" imgW="327" imgH="327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8826923-6929-A27F-AA3A-D7D2BB07A1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FFF499F-9967-41E9-9207-876E9A34CBB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 vert="horz"/>
          <a:lstStyle/>
          <a:p>
            <a:r>
              <a:rPr lang="en-GB">
                <a:latin typeface="AA Zuehlke Medium" panose="02000603060000020004" pitchFamily="2" charset="0"/>
              </a:rPr>
              <a:t>Risks, Assumptions and Next Steps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6E8517F-A495-15A0-CCFD-DAD79F8F2D1B}"/>
              </a:ext>
            </a:extLst>
          </p:cNvPr>
          <p:cNvSpPr>
            <a:spLocks noGrp="1"/>
          </p:cNvSpPr>
          <p:nvPr>
            <p:ph type="subTitle" idx="17"/>
          </p:nvPr>
        </p:nvSpPr>
        <p:spPr bwMode="gray"/>
        <p:txBody>
          <a:bodyPr/>
          <a:lstStyle/>
          <a:p>
            <a:r>
              <a:t>Recommended next step: confirm the half-day policy decision and kick off a two-week, on-site Discovery.</a:t>
            </a:r>
            <a:endParaRPr lang="en-GB"/>
          </a:p>
        </p:txBody>
      </p:sp>
      <p:sp>
        <p:nvSpPr>
          <p:cNvPr id="78" name="Standard Text">
            <a:extLst>
              <a:ext uri="{FF2B5EF4-FFF2-40B4-BE49-F238E27FC236}">
                <a16:creationId xmlns:a16="http://schemas.microsoft.com/office/drawing/2014/main" id="{F40A849F-FBF1-6F8B-24B3-DD79AD80AD81}"/>
              </a:ext>
            </a:extLst>
          </p:cNvPr>
          <p:cNvSpPr txBox="1">
            <a:spLocks/>
          </p:cNvSpPr>
          <p:nvPr/>
        </p:nvSpPr>
        <p:spPr bwMode="gray">
          <a:xfrm>
            <a:off x="1702891" y="1628775"/>
            <a:ext cx="9865221" cy="1008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lvl="1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pPr lvl="1"/>
            <a:r>
              <a:rPr lang="en-GB"/>
              <a:t>Half-day policy still pending a written decision</a:t>
            </a:r>
          </a:p>
          <a:p>
            <a:r>
              <a:rPr lang="en-GB" sz="1400"/>
              <a:t>Risk: scope and price could shift. Mitigation: the full-day-only fallback is already priced (134 PD, €107,200) — confirm with the facilitator in week 1.</a:t>
            </a:r>
            <a:br>
              <a:rPr lang="en-GB" sz="1400"/>
            </a:br>
            <a:endParaRPr lang="en-GB" sz="1400"/>
          </a:p>
        </p:txBody>
      </p:sp>
      <p:grpSp>
        <p:nvGrpSpPr>
          <p:cNvPr id="80" name="Graphic 18" descr="Building outline">
            <a:extLst>
              <a:ext uri="{FF2B5EF4-FFF2-40B4-BE49-F238E27FC236}">
                <a16:creationId xmlns:a16="http://schemas.microsoft.com/office/drawing/2014/main" id="{F276922F-FC03-8618-DD05-90E7888BF1B6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00917" y="3032928"/>
            <a:ext cx="361954" cy="504000"/>
            <a:chOff x="8850416" y="4603848"/>
            <a:chExt cx="252000" cy="350896"/>
          </a:xfrm>
          <a:solidFill>
            <a:schemeClr val="bg1"/>
          </a:solidFill>
        </p:grpSpPr>
        <p:sp>
          <p:nvSpPr>
            <p:cNvPr id="81" name="Freihandform: Form 180">
              <a:extLst>
                <a:ext uri="{FF2B5EF4-FFF2-40B4-BE49-F238E27FC236}">
                  <a16:creationId xmlns:a16="http://schemas.microsoft.com/office/drawing/2014/main" id="{8463DBDC-9B56-ED46-C28B-A3818D4B3E8B}"/>
                </a:ext>
              </a:extLst>
            </p:cNvPr>
            <p:cNvSpPr/>
            <p:nvPr/>
          </p:nvSpPr>
          <p:spPr bwMode="gray">
            <a:xfrm>
              <a:off x="8850416" y="4603848"/>
              <a:ext cx="252000" cy="350896"/>
            </a:xfrm>
            <a:custGeom>
              <a:avLst/>
              <a:gdLst>
                <a:gd name="connsiteX0" fmla="*/ 220500 w 252000"/>
                <a:gd name="connsiteY0" fmla="*/ 341897 h 350896"/>
                <a:gd name="connsiteX1" fmla="*/ 220500 w 252000"/>
                <a:gd name="connsiteY1" fmla="*/ 27000 h 350896"/>
                <a:gd name="connsiteX2" fmla="*/ 198000 w 252000"/>
                <a:gd name="connsiteY2" fmla="*/ 27000 h 350896"/>
                <a:gd name="connsiteX3" fmla="*/ 198000 w 252000"/>
                <a:gd name="connsiteY3" fmla="*/ 0 h 350896"/>
                <a:gd name="connsiteX4" fmla="*/ 54000 w 252000"/>
                <a:gd name="connsiteY4" fmla="*/ 0 h 350896"/>
                <a:gd name="connsiteX5" fmla="*/ 54000 w 252000"/>
                <a:gd name="connsiteY5" fmla="*/ 27000 h 350896"/>
                <a:gd name="connsiteX6" fmla="*/ 31500 w 252000"/>
                <a:gd name="connsiteY6" fmla="*/ 27000 h 350896"/>
                <a:gd name="connsiteX7" fmla="*/ 31500 w 252000"/>
                <a:gd name="connsiteY7" fmla="*/ 341897 h 350896"/>
                <a:gd name="connsiteX8" fmla="*/ 0 w 252000"/>
                <a:gd name="connsiteY8" fmla="*/ 341897 h 350896"/>
                <a:gd name="connsiteX9" fmla="*/ 0 w 252000"/>
                <a:gd name="connsiteY9" fmla="*/ 350897 h 350896"/>
                <a:gd name="connsiteX10" fmla="*/ 252000 w 252000"/>
                <a:gd name="connsiteY10" fmla="*/ 350897 h 350896"/>
                <a:gd name="connsiteX11" fmla="*/ 252000 w 252000"/>
                <a:gd name="connsiteY11" fmla="*/ 341897 h 350896"/>
                <a:gd name="connsiteX12" fmla="*/ 63000 w 252000"/>
                <a:gd name="connsiteY12" fmla="*/ 9000 h 350896"/>
                <a:gd name="connsiteX13" fmla="*/ 189000 w 252000"/>
                <a:gd name="connsiteY13" fmla="*/ 9000 h 350896"/>
                <a:gd name="connsiteX14" fmla="*/ 189000 w 252000"/>
                <a:gd name="connsiteY14" fmla="*/ 27000 h 350896"/>
                <a:gd name="connsiteX15" fmla="*/ 63000 w 252000"/>
                <a:gd name="connsiteY15" fmla="*/ 27000 h 350896"/>
                <a:gd name="connsiteX16" fmla="*/ 40500 w 252000"/>
                <a:gd name="connsiteY16" fmla="*/ 36000 h 350896"/>
                <a:gd name="connsiteX17" fmla="*/ 211500 w 252000"/>
                <a:gd name="connsiteY17" fmla="*/ 36000 h 350896"/>
                <a:gd name="connsiteX18" fmla="*/ 211500 w 252000"/>
                <a:gd name="connsiteY18" fmla="*/ 341897 h 350896"/>
                <a:gd name="connsiteX19" fmla="*/ 135000 w 252000"/>
                <a:gd name="connsiteY19" fmla="*/ 341897 h 350896"/>
                <a:gd name="connsiteX20" fmla="*/ 135000 w 252000"/>
                <a:gd name="connsiteY20" fmla="*/ 292500 h 350896"/>
                <a:gd name="connsiteX21" fmla="*/ 117000 w 252000"/>
                <a:gd name="connsiteY21" fmla="*/ 292500 h 350896"/>
                <a:gd name="connsiteX22" fmla="*/ 117000 w 252000"/>
                <a:gd name="connsiteY22" fmla="*/ 341897 h 350896"/>
                <a:gd name="connsiteX23" fmla="*/ 40500 w 252000"/>
                <a:gd name="connsiteY23" fmla="*/ 341897 h 350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52000" h="350896">
                  <a:moveTo>
                    <a:pt x="220500" y="341897"/>
                  </a:moveTo>
                  <a:lnTo>
                    <a:pt x="220500" y="27000"/>
                  </a:lnTo>
                  <a:lnTo>
                    <a:pt x="198000" y="27000"/>
                  </a:lnTo>
                  <a:lnTo>
                    <a:pt x="198000" y="0"/>
                  </a:lnTo>
                  <a:lnTo>
                    <a:pt x="54000" y="0"/>
                  </a:lnTo>
                  <a:lnTo>
                    <a:pt x="54000" y="27000"/>
                  </a:lnTo>
                  <a:lnTo>
                    <a:pt x="31500" y="27000"/>
                  </a:lnTo>
                  <a:lnTo>
                    <a:pt x="31500" y="341897"/>
                  </a:lnTo>
                  <a:lnTo>
                    <a:pt x="0" y="341897"/>
                  </a:lnTo>
                  <a:lnTo>
                    <a:pt x="0" y="350897"/>
                  </a:lnTo>
                  <a:lnTo>
                    <a:pt x="252000" y="350897"/>
                  </a:lnTo>
                  <a:lnTo>
                    <a:pt x="252000" y="341897"/>
                  </a:lnTo>
                  <a:close/>
                  <a:moveTo>
                    <a:pt x="63000" y="9000"/>
                  </a:moveTo>
                  <a:lnTo>
                    <a:pt x="189000" y="9000"/>
                  </a:lnTo>
                  <a:lnTo>
                    <a:pt x="189000" y="27000"/>
                  </a:lnTo>
                  <a:lnTo>
                    <a:pt x="63000" y="27000"/>
                  </a:lnTo>
                  <a:close/>
                  <a:moveTo>
                    <a:pt x="40500" y="36000"/>
                  </a:moveTo>
                  <a:lnTo>
                    <a:pt x="211500" y="36000"/>
                  </a:lnTo>
                  <a:lnTo>
                    <a:pt x="211500" y="341897"/>
                  </a:lnTo>
                  <a:lnTo>
                    <a:pt x="135000" y="341897"/>
                  </a:lnTo>
                  <a:lnTo>
                    <a:pt x="135000" y="292500"/>
                  </a:lnTo>
                  <a:lnTo>
                    <a:pt x="117000" y="292500"/>
                  </a:lnTo>
                  <a:lnTo>
                    <a:pt x="117000" y="341897"/>
                  </a:lnTo>
                  <a:lnTo>
                    <a:pt x="40500" y="341897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2" name="Freihandform: Form 181">
              <a:extLst>
                <a:ext uri="{FF2B5EF4-FFF2-40B4-BE49-F238E27FC236}">
                  <a16:creationId xmlns:a16="http://schemas.microsoft.com/office/drawing/2014/main" id="{9ECE9640-149F-9E0E-A7DB-5242B4028CE1}"/>
                </a:ext>
              </a:extLst>
            </p:cNvPr>
            <p:cNvSpPr/>
            <p:nvPr/>
          </p:nvSpPr>
          <p:spPr bwMode="gray">
            <a:xfrm>
              <a:off x="8922416" y="4761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3" name="Freihandform: Form 182">
              <a:extLst>
                <a:ext uri="{FF2B5EF4-FFF2-40B4-BE49-F238E27FC236}">
                  <a16:creationId xmlns:a16="http://schemas.microsoft.com/office/drawing/2014/main" id="{E43BF9A1-1373-9E43-70E3-F71E1DECDF64}"/>
                </a:ext>
              </a:extLst>
            </p:cNvPr>
            <p:cNvSpPr/>
            <p:nvPr/>
          </p:nvSpPr>
          <p:spPr bwMode="gray">
            <a:xfrm>
              <a:off x="8922416" y="4716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4" name="Freihandform: Form 183">
              <a:extLst>
                <a:ext uri="{FF2B5EF4-FFF2-40B4-BE49-F238E27FC236}">
                  <a16:creationId xmlns:a16="http://schemas.microsoft.com/office/drawing/2014/main" id="{6545BFEE-9A16-FD25-5839-CF4B7DA7CF71}"/>
                </a:ext>
              </a:extLst>
            </p:cNvPr>
            <p:cNvSpPr/>
            <p:nvPr/>
          </p:nvSpPr>
          <p:spPr bwMode="gray">
            <a:xfrm>
              <a:off x="8922416" y="4806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5" name="Freihandform: Form 184">
              <a:extLst>
                <a:ext uri="{FF2B5EF4-FFF2-40B4-BE49-F238E27FC236}">
                  <a16:creationId xmlns:a16="http://schemas.microsoft.com/office/drawing/2014/main" id="{C7F73759-3C95-A457-CBC5-1C198AABCBF2}"/>
                </a:ext>
              </a:extLst>
            </p:cNvPr>
            <p:cNvSpPr/>
            <p:nvPr/>
          </p:nvSpPr>
          <p:spPr bwMode="gray">
            <a:xfrm>
              <a:off x="8922416" y="4851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6" name="Freihandform: Form 185">
              <a:extLst>
                <a:ext uri="{FF2B5EF4-FFF2-40B4-BE49-F238E27FC236}">
                  <a16:creationId xmlns:a16="http://schemas.microsoft.com/office/drawing/2014/main" id="{076BEB1F-667F-31A7-A5E8-DA4DFED967A9}"/>
                </a:ext>
              </a:extLst>
            </p:cNvPr>
            <p:cNvSpPr/>
            <p:nvPr/>
          </p:nvSpPr>
          <p:spPr bwMode="gray">
            <a:xfrm>
              <a:off x="8967416" y="4761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7" name="Freihandform: Form 186">
              <a:extLst>
                <a:ext uri="{FF2B5EF4-FFF2-40B4-BE49-F238E27FC236}">
                  <a16:creationId xmlns:a16="http://schemas.microsoft.com/office/drawing/2014/main" id="{D8CA790F-3BDF-C8CD-277E-DF5E449072DB}"/>
                </a:ext>
              </a:extLst>
            </p:cNvPr>
            <p:cNvSpPr/>
            <p:nvPr/>
          </p:nvSpPr>
          <p:spPr bwMode="gray">
            <a:xfrm>
              <a:off x="8967416" y="4851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8" name="Freihandform: Form 187">
              <a:extLst>
                <a:ext uri="{FF2B5EF4-FFF2-40B4-BE49-F238E27FC236}">
                  <a16:creationId xmlns:a16="http://schemas.microsoft.com/office/drawing/2014/main" id="{5B2E38DA-4E74-6309-A0EF-F0D1051786F3}"/>
                </a:ext>
              </a:extLst>
            </p:cNvPr>
            <p:cNvSpPr/>
            <p:nvPr/>
          </p:nvSpPr>
          <p:spPr bwMode="gray">
            <a:xfrm>
              <a:off x="9012416" y="4896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9" name="Freihandform: Form 188">
              <a:extLst>
                <a:ext uri="{FF2B5EF4-FFF2-40B4-BE49-F238E27FC236}">
                  <a16:creationId xmlns:a16="http://schemas.microsoft.com/office/drawing/2014/main" id="{7EE164DB-BEAD-3D09-AF29-E367D8966861}"/>
                </a:ext>
              </a:extLst>
            </p:cNvPr>
            <p:cNvSpPr/>
            <p:nvPr/>
          </p:nvSpPr>
          <p:spPr bwMode="gray">
            <a:xfrm>
              <a:off x="9012416" y="4671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0" name="Freihandform: Form 189">
              <a:extLst>
                <a:ext uri="{FF2B5EF4-FFF2-40B4-BE49-F238E27FC236}">
                  <a16:creationId xmlns:a16="http://schemas.microsoft.com/office/drawing/2014/main" id="{CE12566F-A8CA-453C-E0F8-E1968F8AD74B}"/>
                </a:ext>
              </a:extLst>
            </p:cNvPr>
            <p:cNvSpPr/>
            <p:nvPr/>
          </p:nvSpPr>
          <p:spPr bwMode="gray">
            <a:xfrm>
              <a:off x="8967416" y="4806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1" name="Freihandform: Form 190">
              <a:extLst>
                <a:ext uri="{FF2B5EF4-FFF2-40B4-BE49-F238E27FC236}">
                  <a16:creationId xmlns:a16="http://schemas.microsoft.com/office/drawing/2014/main" id="{9AE9124E-2F9B-73A9-2A6F-3033F937DE73}"/>
                </a:ext>
              </a:extLst>
            </p:cNvPr>
            <p:cNvSpPr/>
            <p:nvPr/>
          </p:nvSpPr>
          <p:spPr bwMode="gray">
            <a:xfrm>
              <a:off x="8967416" y="4716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2" name="Freihandform: Form 191">
              <a:extLst>
                <a:ext uri="{FF2B5EF4-FFF2-40B4-BE49-F238E27FC236}">
                  <a16:creationId xmlns:a16="http://schemas.microsoft.com/office/drawing/2014/main" id="{F06FFC8B-052B-7DBF-F6F9-EC7676466FE2}"/>
                </a:ext>
              </a:extLst>
            </p:cNvPr>
            <p:cNvSpPr/>
            <p:nvPr/>
          </p:nvSpPr>
          <p:spPr bwMode="gray">
            <a:xfrm>
              <a:off x="8967416" y="4671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3" name="Freihandform: Form 192">
              <a:extLst>
                <a:ext uri="{FF2B5EF4-FFF2-40B4-BE49-F238E27FC236}">
                  <a16:creationId xmlns:a16="http://schemas.microsoft.com/office/drawing/2014/main" id="{1866ADF1-C199-B50D-354F-FC019664FE6B}"/>
                </a:ext>
              </a:extLst>
            </p:cNvPr>
            <p:cNvSpPr/>
            <p:nvPr/>
          </p:nvSpPr>
          <p:spPr bwMode="gray">
            <a:xfrm>
              <a:off x="8922416" y="4671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4" name="Freihandform: Form 193">
              <a:extLst>
                <a:ext uri="{FF2B5EF4-FFF2-40B4-BE49-F238E27FC236}">
                  <a16:creationId xmlns:a16="http://schemas.microsoft.com/office/drawing/2014/main" id="{678C970E-5822-B348-CD6E-2D65919B53BC}"/>
                </a:ext>
              </a:extLst>
            </p:cNvPr>
            <p:cNvSpPr/>
            <p:nvPr/>
          </p:nvSpPr>
          <p:spPr bwMode="gray">
            <a:xfrm>
              <a:off x="8922416" y="4896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5" name="Freihandform: Form 194">
              <a:extLst>
                <a:ext uri="{FF2B5EF4-FFF2-40B4-BE49-F238E27FC236}">
                  <a16:creationId xmlns:a16="http://schemas.microsoft.com/office/drawing/2014/main" id="{DBC2E824-E372-A3EB-978A-003CA656F211}"/>
                </a:ext>
              </a:extLst>
            </p:cNvPr>
            <p:cNvSpPr/>
            <p:nvPr/>
          </p:nvSpPr>
          <p:spPr bwMode="gray">
            <a:xfrm>
              <a:off x="9012416" y="4761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6" name="Freihandform: Form 195">
              <a:extLst>
                <a:ext uri="{FF2B5EF4-FFF2-40B4-BE49-F238E27FC236}">
                  <a16:creationId xmlns:a16="http://schemas.microsoft.com/office/drawing/2014/main" id="{039FF7F2-5092-F88C-7489-424B146AFAA2}"/>
                </a:ext>
              </a:extLst>
            </p:cNvPr>
            <p:cNvSpPr/>
            <p:nvPr/>
          </p:nvSpPr>
          <p:spPr bwMode="gray">
            <a:xfrm>
              <a:off x="9012416" y="4806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7" name="Freihandform: Form 196">
              <a:extLst>
                <a:ext uri="{FF2B5EF4-FFF2-40B4-BE49-F238E27FC236}">
                  <a16:creationId xmlns:a16="http://schemas.microsoft.com/office/drawing/2014/main" id="{1B2A0F6B-15F8-5287-777F-DF30391F7F3C}"/>
                </a:ext>
              </a:extLst>
            </p:cNvPr>
            <p:cNvSpPr/>
            <p:nvPr/>
          </p:nvSpPr>
          <p:spPr bwMode="gray">
            <a:xfrm>
              <a:off x="9012416" y="4851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8" name="Freihandform: Form 197">
              <a:extLst>
                <a:ext uri="{FF2B5EF4-FFF2-40B4-BE49-F238E27FC236}">
                  <a16:creationId xmlns:a16="http://schemas.microsoft.com/office/drawing/2014/main" id="{796EF855-7EA0-530B-9AC7-C209B27D4592}"/>
                </a:ext>
              </a:extLst>
            </p:cNvPr>
            <p:cNvSpPr/>
            <p:nvPr/>
          </p:nvSpPr>
          <p:spPr bwMode="gray">
            <a:xfrm>
              <a:off x="9012416" y="4716348"/>
              <a:ext cx="18000" cy="27000"/>
            </a:xfrm>
            <a:custGeom>
              <a:avLst/>
              <a:gdLst>
                <a:gd name="connsiteX0" fmla="*/ 0 w 18000"/>
                <a:gd name="connsiteY0" fmla="*/ 0 h 27000"/>
                <a:gd name="connsiteX1" fmla="*/ 18000 w 18000"/>
                <a:gd name="connsiteY1" fmla="*/ 0 h 27000"/>
                <a:gd name="connsiteX2" fmla="*/ 18000 w 18000"/>
                <a:gd name="connsiteY2" fmla="*/ 27000 h 27000"/>
                <a:gd name="connsiteX3" fmla="*/ 0 w 18000"/>
                <a:gd name="connsiteY3" fmla="*/ 27000 h 2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00" h="27000">
                  <a:moveTo>
                    <a:pt x="0" y="0"/>
                  </a:moveTo>
                  <a:lnTo>
                    <a:pt x="18000" y="0"/>
                  </a:lnTo>
                  <a:lnTo>
                    <a:pt x="18000" y="27000"/>
                  </a:lnTo>
                  <a:lnTo>
                    <a:pt x="0" y="2700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99" name="Graphic 8" descr="Compass outline">
            <a:extLst>
              <a:ext uri="{FF2B5EF4-FFF2-40B4-BE49-F238E27FC236}">
                <a16:creationId xmlns:a16="http://schemas.microsoft.com/office/drawing/2014/main" id="{F89E70EE-51F5-F766-55D1-7878137527D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29894" y="5337184"/>
            <a:ext cx="504000" cy="504000"/>
            <a:chOff x="1691504" y="1688775"/>
            <a:chExt cx="456000" cy="456000"/>
          </a:xfrm>
          <a:solidFill>
            <a:schemeClr val="bg1"/>
          </a:solidFill>
        </p:grpSpPr>
        <p:sp>
          <p:nvSpPr>
            <p:cNvPr id="100" name="Freihandform: Form 199">
              <a:extLst>
                <a:ext uri="{FF2B5EF4-FFF2-40B4-BE49-F238E27FC236}">
                  <a16:creationId xmlns:a16="http://schemas.microsoft.com/office/drawing/2014/main" id="{EBF0F10E-49C3-B005-27E6-B938B7E67B2D}"/>
                </a:ext>
              </a:extLst>
            </p:cNvPr>
            <p:cNvSpPr/>
            <p:nvPr/>
          </p:nvSpPr>
          <p:spPr bwMode="gray">
            <a:xfrm>
              <a:off x="1691504" y="1688775"/>
              <a:ext cx="456000" cy="456000"/>
            </a:xfrm>
            <a:custGeom>
              <a:avLst/>
              <a:gdLst>
                <a:gd name="connsiteX0" fmla="*/ 228000 w 456000"/>
                <a:gd name="connsiteY0" fmla="*/ 12000 h 456000"/>
                <a:gd name="connsiteX1" fmla="*/ 444000 w 456000"/>
                <a:gd name="connsiteY1" fmla="*/ 228000 h 456000"/>
                <a:gd name="connsiteX2" fmla="*/ 228000 w 456000"/>
                <a:gd name="connsiteY2" fmla="*/ 444000 h 456000"/>
                <a:gd name="connsiteX3" fmla="*/ 12000 w 456000"/>
                <a:gd name="connsiteY3" fmla="*/ 228000 h 456000"/>
                <a:gd name="connsiteX4" fmla="*/ 228000 w 456000"/>
                <a:gd name="connsiteY4" fmla="*/ 12000 h 456000"/>
                <a:gd name="connsiteX5" fmla="*/ 228000 w 456000"/>
                <a:gd name="connsiteY5" fmla="*/ 0 h 456000"/>
                <a:gd name="connsiteX6" fmla="*/ 0 w 456000"/>
                <a:gd name="connsiteY6" fmla="*/ 228000 h 456000"/>
                <a:gd name="connsiteX7" fmla="*/ 228000 w 456000"/>
                <a:gd name="connsiteY7" fmla="*/ 456000 h 456000"/>
                <a:gd name="connsiteX8" fmla="*/ 456000 w 456000"/>
                <a:gd name="connsiteY8" fmla="*/ 228000 h 456000"/>
                <a:gd name="connsiteX9" fmla="*/ 228204 w 456000"/>
                <a:gd name="connsiteY9" fmla="*/ 0 h 456000"/>
                <a:gd name="connsiteX10" fmla="*/ 228000 w 456000"/>
                <a:gd name="connsiteY10" fmla="*/ 0 h 45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000" h="456000">
                  <a:moveTo>
                    <a:pt x="228000" y="12000"/>
                  </a:moveTo>
                  <a:cubicBezTo>
                    <a:pt x="347293" y="12000"/>
                    <a:pt x="444000" y="108706"/>
                    <a:pt x="444000" y="228000"/>
                  </a:cubicBezTo>
                  <a:cubicBezTo>
                    <a:pt x="444000" y="347293"/>
                    <a:pt x="347293" y="444000"/>
                    <a:pt x="228000" y="444000"/>
                  </a:cubicBezTo>
                  <a:cubicBezTo>
                    <a:pt x="108706" y="444000"/>
                    <a:pt x="12000" y="347293"/>
                    <a:pt x="12000" y="228000"/>
                  </a:cubicBezTo>
                  <a:cubicBezTo>
                    <a:pt x="12136" y="108763"/>
                    <a:pt x="108763" y="12136"/>
                    <a:pt x="228000" y="12000"/>
                  </a:cubicBezTo>
                  <a:moveTo>
                    <a:pt x="228000" y="0"/>
                  </a:moveTo>
                  <a:cubicBezTo>
                    <a:pt x="102079" y="0"/>
                    <a:pt x="0" y="102079"/>
                    <a:pt x="0" y="228000"/>
                  </a:cubicBezTo>
                  <a:cubicBezTo>
                    <a:pt x="0" y="353921"/>
                    <a:pt x="102079" y="456000"/>
                    <a:pt x="228000" y="456000"/>
                  </a:cubicBezTo>
                  <a:cubicBezTo>
                    <a:pt x="353921" y="456000"/>
                    <a:pt x="456000" y="353921"/>
                    <a:pt x="456000" y="228000"/>
                  </a:cubicBezTo>
                  <a:cubicBezTo>
                    <a:pt x="456056" y="102136"/>
                    <a:pt x="354068" y="56"/>
                    <a:pt x="228204" y="0"/>
                  </a:cubicBezTo>
                  <a:cubicBezTo>
                    <a:pt x="228136" y="0"/>
                    <a:pt x="228068" y="0"/>
                    <a:pt x="228000" y="0"/>
                  </a:cubicBez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1" name="Freihandform: Form 200">
              <a:extLst>
                <a:ext uri="{FF2B5EF4-FFF2-40B4-BE49-F238E27FC236}">
                  <a16:creationId xmlns:a16="http://schemas.microsoft.com/office/drawing/2014/main" id="{CDA51F45-4C2E-FE07-1BB5-C87794018CCF}"/>
                </a:ext>
              </a:extLst>
            </p:cNvPr>
            <p:cNvSpPr/>
            <p:nvPr/>
          </p:nvSpPr>
          <p:spPr bwMode="gray">
            <a:xfrm>
              <a:off x="1727504" y="1724775"/>
              <a:ext cx="384000" cy="384000"/>
            </a:xfrm>
            <a:custGeom>
              <a:avLst/>
              <a:gdLst>
                <a:gd name="connsiteX0" fmla="*/ 192000 w 384000"/>
                <a:gd name="connsiteY0" fmla="*/ 12000 h 384000"/>
                <a:gd name="connsiteX1" fmla="*/ 372000 w 384000"/>
                <a:gd name="connsiteY1" fmla="*/ 192000 h 384000"/>
                <a:gd name="connsiteX2" fmla="*/ 192000 w 384000"/>
                <a:gd name="connsiteY2" fmla="*/ 372000 h 384000"/>
                <a:gd name="connsiteX3" fmla="*/ 12000 w 384000"/>
                <a:gd name="connsiteY3" fmla="*/ 192000 h 384000"/>
                <a:gd name="connsiteX4" fmla="*/ 192000 w 384000"/>
                <a:gd name="connsiteY4" fmla="*/ 12000 h 384000"/>
                <a:gd name="connsiteX5" fmla="*/ 192000 w 384000"/>
                <a:gd name="connsiteY5" fmla="*/ 0 h 384000"/>
                <a:gd name="connsiteX6" fmla="*/ 0 w 384000"/>
                <a:gd name="connsiteY6" fmla="*/ 192000 h 384000"/>
                <a:gd name="connsiteX7" fmla="*/ 192000 w 384000"/>
                <a:gd name="connsiteY7" fmla="*/ 384000 h 384000"/>
                <a:gd name="connsiteX8" fmla="*/ 384000 w 384000"/>
                <a:gd name="connsiteY8" fmla="*/ 192000 h 384000"/>
                <a:gd name="connsiteX9" fmla="*/ 192000 w 384000"/>
                <a:gd name="connsiteY9" fmla="*/ 0 h 38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4000" h="384000">
                  <a:moveTo>
                    <a:pt x="192000" y="12000"/>
                  </a:moveTo>
                  <a:cubicBezTo>
                    <a:pt x="291411" y="12000"/>
                    <a:pt x="372000" y="92589"/>
                    <a:pt x="372000" y="192000"/>
                  </a:cubicBezTo>
                  <a:cubicBezTo>
                    <a:pt x="372000" y="291411"/>
                    <a:pt x="291411" y="372000"/>
                    <a:pt x="192000" y="372000"/>
                  </a:cubicBezTo>
                  <a:cubicBezTo>
                    <a:pt x="92589" y="372000"/>
                    <a:pt x="12000" y="291411"/>
                    <a:pt x="12000" y="192000"/>
                  </a:cubicBezTo>
                  <a:cubicBezTo>
                    <a:pt x="12112" y="92635"/>
                    <a:pt x="92635" y="12112"/>
                    <a:pt x="192000" y="12000"/>
                  </a:cubicBezTo>
                  <a:moveTo>
                    <a:pt x="192000" y="0"/>
                  </a:moveTo>
                  <a:cubicBezTo>
                    <a:pt x="85961" y="0"/>
                    <a:pt x="0" y="85961"/>
                    <a:pt x="0" y="192000"/>
                  </a:cubicBezTo>
                  <a:cubicBezTo>
                    <a:pt x="0" y="298039"/>
                    <a:pt x="85961" y="384000"/>
                    <a:pt x="192000" y="384000"/>
                  </a:cubicBezTo>
                  <a:cubicBezTo>
                    <a:pt x="298039" y="384000"/>
                    <a:pt x="384000" y="298039"/>
                    <a:pt x="384000" y="192000"/>
                  </a:cubicBezTo>
                  <a:cubicBezTo>
                    <a:pt x="383881" y="86011"/>
                    <a:pt x="297989" y="119"/>
                    <a:pt x="192000" y="0"/>
                  </a:cubicBez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2" name="Freihandform: Form 201">
              <a:extLst>
                <a:ext uri="{FF2B5EF4-FFF2-40B4-BE49-F238E27FC236}">
                  <a16:creationId xmlns:a16="http://schemas.microsoft.com/office/drawing/2014/main" id="{50333D73-DD3F-3DE9-7B68-A896648D6338}"/>
                </a:ext>
              </a:extLst>
            </p:cNvPr>
            <p:cNvSpPr/>
            <p:nvPr/>
          </p:nvSpPr>
          <p:spPr bwMode="gray">
            <a:xfrm>
              <a:off x="1825904" y="1824374"/>
              <a:ext cx="186000" cy="186000"/>
            </a:xfrm>
            <a:custGeom>
              <a:avLst/>
              <a:gdLst>
                <a:gd name="connsiteX0" fmla="*/ 122796 w 186000"/>
                <a:gd name="connsiteY0" fmla="*/ 122802 h 186000"/>
                <a:gd name="connsiteX1" fmla="*/ 22062 w 186000"/>
                <a:gd name="connsiteY1" fmla="*/ 164010 h 186000"/>
                <a:gd name="connsiteX2" fmla="*/ 63204 w 186000"/>
                <a:gd name="connsiteY2" fmla="*/ 64362 h 186000"/>
                <a:gd name="connsiteX3" fmla="*/ 163938 w 186000"/>
                <a:gd name="connsiteY3" fmla="*/ 22230 h 186000"/>
                <a:gd name="connsiteX4" fmla="*/ 54000 w 186000"/>
                <a:gd name="connsiteY4" fmla="*/ 55200 h 186000"/>
                <a:gd name="connsiteX5" fmla="*/ 0 w 186000"/>
                <a:gd name="connsiteY5" fmla="*/ 186000 h 186000"/>
                <a:gd name="connsiteX6" fmla="*/ 132000 w 186000"/>
                <a:gd name="connsiteY6" fmla="*/ 132000 h 186000"/>
                <a:gd name="connsiteX7" fmla="*/ 186000 w 186000"/>
                <a:gd name="connsiteY7" fmla="*/ 0 h 18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000" h="186000">
                  <a:moveTo>
                    <a:pt x="122796" y="122802"/>
                  </a:moveTo>
                  <a:lnTo>
                    <a:pt x="22062" y="164010"/>
                  </a:lnTo>
                  <a:lnTo>
                    <a:pt x="63204" y="64362"/>
                  </a:lnTo>
                  <a:lnTo>
                    <a:pt x="163938" y="22230"/>
                  </a:lnTo>
                  <a:close/>
                  <a:moveTo>
                    <a:pt x="54000" y="55200"/>
                  </a:moveTo>
                  <a:lnTo>
                    <a:pt x="0" y="186000"/>
                  </a:lnTo>
                  <a:lnTo>
                    <a:pt x="132000" y="132000"/>
                  </a:lnTo>
                  <a:lnTo>
                    <a:pt x="186000" y="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3" name="Freihandform: Form 202">
              <a:extLst>
                <a:ext uri="{FF2B5EF4-FFF2-40B4-BE49-F238E27FC236}">
                  <a16:creationId xmlns:a16="http://schemas.microsoft.com/office/drawing/2014/main" id="{14464399-BE9A-9C7E-D8DA-B7AA4BA13B21}"/>
                </a:ext>
              </a:extLst>
            </p:cNvPr>
            <p:cNvSpPr/>
            <p:nvPr/>
          </p:nvSpPr>
          <p:spPr bwMode="gray">
            <a:xfrm>
              <a:off x="1907504" y="1904775"/>
              <a:ext cx="24000" cy="24000"/>
            </a:xfrm>
            <a:custGeom>
              <a:avLst/>
              <a:gdLst>
                <a:gd name="connsiteX0" fmla="*/ 24000 w 24000"/>
                <a:gd name="connsiteY0" fmla="*/ 12000 h 24000"/>
                <a:gd name="connsiteX1" fmla="*/ 12000 w 24000"/>
                <a:gd name="connsiteY1" fmla="*/ 24000 h 24000"/>
                <a:gd name="connsiteX2" fmla="*/ 0 w 24000"/>
                <a:gd name="connsiteY2" fmla="*/ 12000 h 24000"/>
                <a:gd name="connsiteX3" fmla="*/ 12000 w 24000"/>
                <a:gd name="connsiteY3" fmla="*/ 0 h 24000"/>
                <a:gd name="connsiteX4" fmla="*/ 24000 w 24000"/>
                <a:gd name="connsiteY4" fmla="*/ 12000 h 2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0" h="24000">
                  <a:moveTo>
                    <a:pt x="24000" y="12000"/>
                  </a:moveTo>
                  <a:cubicBezTo>
                    <a:pt x="24000" y="18627"/>
                    <a:pt x="18627" y="24000"/>
                    <a:pt x="12000" y="24000"/>
                  </a:cubicBezTo>
                  <a:cubicBezTo>
                    <a:pt x="5373" y="24000"/>
                    <a:pt x="0" y="18627"/>
                    <a:pt x="0" y="12000"/>
                  </a:cubicBezTo>
                  <a:cubicBezTo>
                    <a:pt x="0" y="5373"/>
                    <a:pt x="5373" y="0"/>
                    <a:pt x="12000" y="0"/>
                  </a:cubicBezTo>
                  <a:cubicBezTo>
                    <a:pt x="18627" y="0"/>
                    <a:pt x="24000" y="5373"/>
                    <a:pt x="24000" y="12000"/>
                  </a:cubicBez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04" name="Graphic 10" descr="Shield Tick outline">
            <a:extLst>
              <a:ext uri="{FF2B5EF4-FFF2-40B4-BE49-F238E27FC236}">
                <a16:creationId xmlns:a16="http://schemas.microsoft.com/office/drawing/2014/main" id="{F87B7E86-608C-826E-3D70-B57847C41A45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71186" y="4185056"/>
            <a:ext cx="421416" cy="504000"/>
            <a:chOff x="3610170" y="1670764"/>
            <a:chExt cx="407779" cy="487691"/>
          </a:xfrm>
          <a:solidFill>
            <a:schemeClr val="bg1"/>
          </a:solidFill>
        </p:grpSpPr>
        <p:sp>
          <p:nvSpPr>
            <p:cNvPr id="105" name="Freihandform: Form 204">
              <a:extLst>
                <a:ext uri="{FF2B5EF4-FFF2-40B4-BE49-F238E27FC236}">
                  <a16:creationId xmlns:a16="http://schemas.microsoft.com/office/drawing/2014/main" id="{2FE5FF2C-01DB-8A24-A416-7DA8FE16AAFB}"/>
                </a:ext>
              </a:extLst>
            </p:cNvPr>
            <p:cNvSpPr/>
            <p:nvPr/>
          </p:nvSpPr>
          <p:spPr bwMode="gray">
            <a:xfrm>
              <a:off x="3733092" y="1852532"/>
              <a:ext cx="167796" cy="114690"/>
            </a:xfrm>
            <a:custGeom>
              <a:avLst/>
              <a:gdLst>
                <a:gd name="connsiteX0" fmla="*/ 8484 w 167796"/>
                <a:gd name="connsiteY0" fmla="*/ 44610 h 114690"/>
                <a:gd name="connsiteX1" fmla="*/ 0 w 167796"/>
                <a:gd name="connsiteY1" fmla="*/ 53094 h 114690"/>
                <a:gd name="connsiteX2" fmla="*/ 61590 w 167796"/>
                <a:gd name="connsiteY2" fmla="*/ 114690 h 114690"/>
                <a:gd name="connsiteX3" fmla="*/ 167796 w 167796"/>
                <a:gd name="connsiteY3" fmla="*/ 8484 h 114690"/>
                <a:gd name="connsiteX4" fmla="*/ 159312 w 167796"/>
                <a:gd name="connsiteY4" fmla="*/ 0 h 114690"/>
                <a:gd name="connsiteX5" fmla="*/ 61590 w 167796"/>
                <a:gd name="connsiteY5" fmla="*/ 97722 h 114690"/>
                <a:gd name="connsiteX6" fmla="*/ 8484 w 167796"/>
                <a:gd name="connsiteY6" fmla="*/ 44610 h 11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7796" h="114690">
                  <a:moveTo>
                    <a:pt x="8484" y="44610"/>
                  </a:moveTo>
                  <a:lnTo>
                    <a:pt x="0" y="53094"/>
                  </a:lnTo>
                  <a:lnTo>
                    <a:pt x="61590" y="114690"/>
                  </a:lnTo>
                  <a:lnTo>
                    <a:pt x="167796" y="8484"/>
                  </a:lnTo>
                  <a:lnTo>
                    <a:pt x="159312" y="0"/>
                  </a:lnTo>
                  <a:lnTo>
                    <a:pt x="61590" y="97722"/>
                  </a:lnTo>
                  <a:lnTo>
                    <a:pt x="8484" y="44610"/>
                  </a:ln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6" name="Freihandform: Form 205">
              <a:extLst>
                <a:ext uri="{FF2B5EF4-FFF2-40B4-BE49-F238E27FC236}">
                  <a16:creationId xmlns:a16="http://schemas.microsoft.com/office/drawing/2014/main" id="{8DFA15DC-96E7-7FB0-793E-DD40708749E8}"/>
                </a:ext>
              </a:extLst>
            </p:cNvPr>
            <p:cNvSpPr/>
            <p:nvPr/>
          </p:nvSpPr>
          <p:spPr bwMode="gray">
            <a:xfrm>
              <a:off x="3610170" y="1670764"/>
              <a:ext cx="407779" cy="487691"/>
            </a:xfrm>
            <a:custGeom>
              <a:avLst/>
              <a:gdLst>
                <a:gd name="connsiteX0" fmla="*/ 387013 w 407779"/>
                <a:gd name="connsiteY0" fmla="*/ 89411 h 487691"/>
                <a:gd name="connsiteX1" fmla="*/ 220939 w 407779"/>
                <a:gd name="connsiteY1" fmla="*/ 7811 h 487691"/>
                <a:gd name="connsiteX2" fmla="*/ 189198 w 407779"/>
                <a:gd name="connsiteY2" fmla="*/ 5460 h 487691"/>
                <a:gd name="connsiteX3" fmla="*/ 186847 w 407779"/>
                <a:gd name="connsiteY3" fmla="*/ 7811 h 487691"/>
                <a:gd name="connsiteX4" fmla="*/ 20767 w 407779"/>
                <a:gd name="connsiteY4" fmla="*/ 89333 h 487691"/>
                <a:gd name="connsiteX5" fmla="*/ 1 w 407779"/>
                <a:gd name="connsiteY5" fmla="*/ 112391 h 487691"/>
                <a:gd name="connsiteX6" fmla="*/ 1 w 407779"/>
                <a:gd name="connsiteY6" fmla="*/ 170489 h 487691"/>
                <a:gd name="connsiteX7" fmla="*/ 191347 w 407779"/>
                <a:gd name="connsiteY7" fmla="*/ 483989 h 487691"/>
                <a:gd name="connsiteX8" fmla="*/ 216433 w 407779"/>
                <a:gd name="connsiteY8" fmla="*/ 483989 h 487691"/>
                <a:gd name="connsiteX9" fmla="*/ 407779 w 407779"/>
                <a:gd name="connsiteY9" fmla="*/ 170549 h 487691"/>
                <a:gd name="connsiteX10" fmla="*/ 407779 w 407779"/>
                <a:gd name="connsiteY10" fmla="*/ 112463 h 487691"/>
                <a:gd name="connsiteX11" fmla="*/ 387013 w 407779"/>
                <a:gd name="connsiteY11" fmla="*/ 89411 h 487691"/>
                <a:gd name="connsiteX12" fmla="*/ 395779 w 407779"/>
                <a:gd name="connsiteY12" fmla="*/ 170567 h 487691"/>
                <a:gd name="connsiteX13" fmla="*/ 209947 w 407779"/>
                <a:gd name="connsiteY13" fmla="*/ 473909 h 487691"/>
                <a:gd name="connsiteX14" fmla="*/ 197839 w 407779"/>
                <a:gd name="connsiteY14" fmla="*/ 473909 h 487691"/>
                <a:gd name="connsiteX15" fmla="*/ 12001 w 407779"/>
                <a:gd name="connsiteY15" fmla="*/ 170501 h 487691"/>
                <a:gd name="connsiteX16" fmla="*/ 12001 w 407779"/>
                <a:gd name="connsiteY16" fmla="*/ 112403 h 487691"/>
                <a:gd name="connsiteX17" fmla="*/ 21733 w 407779"/>
                <a:gd name="connsiteY17" fmla="*/ 101303 h 487691"/>
                <a:gd name="connsiteX18" fmla="*/ 195733 w 407779"/>
                <a:gd name="connsiteY18" fmla="*/ 15899 h 487691"/>
                <a:gd name="connsiteX19" fmla="*/ 203869 w 407779"/>
                <a:gd name="connsiteY19" fmla="*/ 12011 h 487691"/>
                <a:gd name="connsiteX20" fmla="*/ 212065 w 407779"/>
                <a:gd name="connsiteY20" fmla="*/ 15899 h 487691"/>
                <a:gd name="connsiteX21" fmla="*/ 386065 w 407779"/>
                <a:gd name="connsiteY21" fmla="*/ 101363 h 487691"/>
                <a:gd name="connsiteX22" fmla="*/ 395803 w 407779"/>
                <a:gd name="connsiteY22" fmla="*/ 112463 h 487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7779" h="487691">
                  <a:moveTo>
                    <a:pt x="387013" y="89411"/>
                  </a:moveTo>
                  <a:cubicBezTo>
                    <a:pt x="323308" y="84261"/>
                    <a:pt x="263943" y="55092"/>
                    <a:pt x="220939" y="7811"/>
                  </a:cubicBezTo>
                  <a:cubicBezTo>
                    <a:pt x="212823" y="-1603"/>
                    <a:pt x="198612" y="-2656"/>
                    <a:pt x="189198" y="5460"/>
                  </a:cubicBezTo>
                  <a:cubicBezTo>
                    <a:pt x="188357" y="6185"/>
                    <a:pt x="187571" y="6971"/>
                    <a:pt x="186847" y="7811"/>
                  </a:cubicBezTo>
                  <a:cubicBezTo>
                    <a:pt x="143848" y="55089"/>
                    <a:pt x="84471" y="84235"/>
                    <a:pt x="20767" y="89333"/>
                  </a:cubicBezTo>
                  <a:cubicBezTo>
                    <a:pt x="8916" y="90477"/>
                    <a:pt x="-98" y="100485"/>
                    <a:pt x="1" y="112391"/>
                  </a:cubicBezTo>
                  <a:lnTo>
                    <a:pt x="1" y="170489"/>
                  </a:lnTo>
                  <a:cubicBezTo>
                    <a:pt x="1" y="296867"/>
                    <a:pt x="80131" y="412463"/>
                    <a:pt x="191347" y="483989"/>
                  </a:cubicBezTo>
                  <a:cubicBezTo>
                    <a:pt x="198981" y="488925"/>
                    <a:pt x="208799" y="488925"/>
                    <a:pt x="216433" y="483989"/>
                  </a:cubicBezTo>
                  <a:cubicBezTo>
                    <a:pt x="327655" y="412463"/>
                    <a:pt x="407779" y="296927"/>
                    <a:pt x="407779" y="170549"/>
                  </a:cubicBezTo>
                  <a:lnTo>
                    <a:pt x="407779" y="112463"/>
                  </a:lnTo>
                  <a:cubicBezTo>
                    <a:pt x="407895" y="100552"/>
                    <a:pt x="398871" y="90535"/>
                    <a:pt x="387013" y="89411"/>
                  </a:cubicBezTo>
                  <a:close/>
                  <a:moveTo>
                    <a:pt x="395779" y="170567"/>
                  </a:moveTo>
                  <a:cubicBezTo>
                    <a:pt x="395779" y="285677"/>
                    <a:pt x="326311" y="399077"/>
                    <a:pt x="209947" y="473909"/>
                  </a:cubicBezTo>
                  <a:cubicBezTo>
                    <a:pt x="206266" y="476305"/>
                    <a:pt x="201519" y="476305"/>
                    <a:pt x="197839" y="473909"/>
                  </a:cubicBezTo>
                  <a:cubicBezTo>
                    <a:pt x="81475" y="399071"/>
                    <a:pt x="12001" y="285647"/>
                    <a:pt x="12001" y="170501"/>
                  </a:cubicBezTo>
                  <a:lnTo>
                    <a:pt x="12001" y="112403"/>
                  </a:lnTo>
                  <a:cubicBezTo>
                    <a:pt x="11894" y="106746"/>
                    <a:pt x="16110" y="101937"/>
                    <a:pt x="21733" y="101303"/>
                  </a:cubicBezTo>
                  <a:cubicBezTo>
                    <a:pt x="88488" y="96018"/>
                    <a:pt x="150716" y="65475"/>
                    <a:pt x="195733" y="15899"/>
                  </a:cubicBezTo>
                  <a:cubicBezTo>
                    <a:pt x="197770" y="13508"/>
                    <a:pt x="200728" y="12094"/>
                    <a:pt x="203869" y="12011"/>
                  </a:cubicBezTo>
                  <a:cubicBezTo>
                    <a:pt x="207027" y="12094"/>
                    <a:pt x="210003" y="13506"/>
                    <a:pt x="212065" y="15899"/>
                  </a:cubicBezTo>
                  <a:cubicBezTo>
                    <a:pt x="257091" y="65470"/>
                    <a:pt x="319309" y="96030"/>
                    <a:pt x="386065" y="101363"/>
                  </a:cubicBezTo>
                  <a:cubicBezTo>
                    <a:pt x="391690" y="101994"/>
                    <a:pt x="395910" y="106804"/>
                    <a:pt x="395803" y="112463"/>
                  </a:cubicBez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7" name="Freihandform: Form 206">
              <a:extLst>
                <a:ext uri="{FF2B5EF4-FFF2-40B4-BE49-F238E27FC236}">
                  <a16:creationId xmlns:a16="http://schemas.microsoft.com/office/drawing/2014/main" id="{A8342C80-199D-B3C3-9AC8-EF8D06142C1C}"/>
                </a:ext>
              </a:extLst>
            </p:cNvPr>
            <p:cNvSpPr/>
            <p:nvPr/>
          </p:nvSpPr>
          <p:spPr bwMode="gray">
            <a:xfrm>
              <a:off x="3658171" y="1729490"/>
              <a:ext cx="311777" cy="375954"/>
            </a:xfrm>
            <a:custGeom>
              <a:avLst/>
              <a:gdLst>
                <a:gd name="connsiteX0" fmla="*/ 0 w 311777"/>
                <a:gd name="connsiteY0" fmla="*/ 75684 h 375954"/>
                <a:gd name="connsiteX1" fmla="*/ 0 w 311777"/>
                <a:gd name="connsiteY1" fmla="*/ 111792 h 375954"/>
                <a:gd name="connsiteX2" fmla="*/ 155892 w 311777"/>
                <a:gd name="connsiteY2" fmla="*/ 375954 h 375954"/>
                <a:gd name="connsiteX3" fmla="*/ 311778 w 311777"/>
                <a:gd name="connsiteY3" fmla="*/ 111834 h 375954"/>
                <a:gd name="connsiteX4" fmla="*/ 311778 w 311777"/>
                <a:gd name="connsiteY4" fmla="*/ 75684 h 375954"/>
                <a:gd name="connsiteX5" fmla="*/ 155886 w 311777"/>
                <a:gd name="connsiteY5" fmla="*/ 0 h 375954"/>
                <a:gd name="connsiteX6" fmla="*/ 0 w 311777"/>
                <a:gd name="connsiteY6" fmla="*/ 75684 h 375954"/>
                <a:gd name="connsiteX7" fmla="*/ 299778 w 311777"/>
                <a:gd name="connsiteY7" fmla="*/ 111852 h 375954"/>
                <a:gd name="connsiteX8" fmla="*/ 155892 w 311777"/>
                <a:gd name="connsiteY8" fmla="*/ 361242 h 375954"/>
                <a:gd name="connsiteX9" fmla="*/ 12000 w 311777"/>
                <a:gd name="connsiteY9" fmla="*/ 111774 h 375954"/>
                <a:gd name="connsiteX10" fmla="*/ 12000 w 311777"/>
                <a:gd name="connsiteY10" fmla="*/ 85734 h 375954"/>
                <a:gd name="connsiteX11" fmla="*/ 155880 w 311777"/>
                <a:gd name="connsiteY11" fmla="*/ 16080 h 375954"/>
                <a:gd name="connsiteX12" fmla="*/ 299778 w 311777"/>
                <a:gd name="connsiteY12" fmla="*/ 85770 h 375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1777" h="375954">
                  <a:moveTo>
                    <a:pt x="0" y="75684"/>
                  </a:moveTo>
                  <a:lnTo>
                    <a:pt x="0" y="111792"/>
                  </a:lnTo>
                  <a:cubicBezTo>
                    <a:pt x="0" y="210222"/>
                    <a:pt x="57978" y="307992"/>
                    <a:pt x="155892" y="375954"/>
                  </a:cubicBezTo>
                  <a:cubicBezTo>
                    <a:pt x="253800" y="307956"/>
                    <a:pt x="311778" y="210222"/>
                    <a:pt x="311778" y="111834"/>
                  </a:cubicBezTo>
                  <a:lnTo>
                    <a:pt x="311778" y="75684"/>
                  </a:lnTo>
                  <a:cubicBezTo>
                    <a:pt x="253478" y="66409"/>
                    <a:pt x="199233" y="40073"/>
                    <a:pt x="155886" y="0"/>
                  </a:cubicBezTo>
                  <a:cubicBezTo>
                    <a:pt x="112550" y="40087"/>
                    <a:pt x="58303" y="66424"/>
                    <a:pt x="0" y="75684"/>
                  </a:cubicBezTo>
                  <a:close/>
                  <a:moveTo>
                    <a:pt x="299778" y="111852"/>
                  </a:moveTo>
                  <a:cubicBezTo>
                    <a:pt x="299778" y="203232"/>
                    <a:pt x="246150" y="295926"/>
                    <a:pt x="155892" y="361242"/>
                  </a:cubicBezTo>
                  <a:cubicBezTo>
                    <a:pt x="65634" y="295884"/>
                    <a:pt x="12000" y="203196"/>
                    <a:pt x="12000" y="111774"/>
                  </a:cubicBezTo>
                  <a:lnTo>
                    <a:pt x="12000" y="85734"/>
                  </a:lnTo>
                  <a:cubicBezTo>
                    <a:pt x="65227" y="75500"/>
                    <a:pt x="114838" y="51482"/>
                    <a:pt x="155880" y="16080"/>
                  </a:cubicBezTo>
                  <a:cubicBezTo>
                    <a:pt x="196931" y="51486"/>
                    <a:pt x="246546" y="75515"/>
                    <a:pt x="299778" y="85770"/>
                  </a:cubicBez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108" name="Gruppieren 207">
            <a:extLst>
              <a:ext uri="{FF2B5EF4-FFF2-40B4-BE49-F238E27FC236}">
                <a16:creationId xmlns:a16="http://schemas.microsoft.com/office/drawing/2014/main" id="{9D9E806E-844F-1364-0073-98C7E063D37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657142" y="1880775"/>
            <a:ext cx="449505" cy="504000"/>
            <a:chOff x="5780969" y="3086100"/>
            <a:chExt cx="629360" cy="705661"/>
          </a:xfrm>
          <a:solidFill>
            <a:schemeClr val="bg1"/>
          </a:solidFill>
        </p:grpSpPr>
        <p:sp>
          <p:nvSpPr>
            <p:cNvPr id="109" name="Freihandform: Form 208">
              <a:extLst>
                <a:ext uri="{FF2B5EF4-FFF2-40B4-BE49-F238E27FC236}">
                  <a16:creationId xmlns:a16="http://schemas.microsoft.com/office/drawing/2014/main" id="{27EADB79-656C-6C14-9DF8-C28EAE615279}"/>
                </a:ext>
              </a:extLst>
            </p:cNvPr>
            <p:cNvSpPr/>
            <p:nvPr/>
          </p:nvSpPr>
          <p:spPr bwMode="gray">
            <a:xfrm>
              <a:off x="5780969" y="3086100"/>
              <a:ext cx="629360" cy="705661"/>
            </a:xfrm>
            <a:custGeom>
              <a:avLst/>
              <a:gdLst>
                <a:gd name="connsiteX0" fmla="*/ 519399 w 629360"/>
                <a:gd name="connsiteY0" fmla="*/ 152000 h 705661"/>
                <a:gd name="connsiteX1" fmla="*/ 559889 w 629360"/>
                <a:gd name="connsiteY1" fmla="*/ 111509 h 705661"/>
                <a:gd name="connsiteX2" fmla="*/ 559655 w 629360"/>
                <a:gd name="connsiteY2" fmla="*/ 98041 h 705661"/>
                <a:gd name="connsiteX3" fmla="*/ 546421 w 629360"/>
                <a:gd name="connsiteY3" fmla="*/ 98041 h 705661"/>
                <a:gd name="connsiteX4" fmla="*/ 504511 w 629360"/>
                <a:gd name="connsiteY4" fmla="*/ 139951 h 705661"/>
                <a:gd name="connsiteX5" fmla="*/ 324555 w 629360"/>
                <a:gd name="connsiteY5" fmla="*/ 76438 h 705661"/>
                <a:gd name="connsiteX6" fmla="*/ 324555 w 629360"/>
                <a:gd name="connsiteY6" fmla="*/ 19050 h 705661"/>
                <a:gd name="connsiteX7" fmla="*/ 419805 w 629360"/>
                <a:gd name="connsiteY7" fmla="*/ 19050 h 705661"/>
                <a:gd name="connsiteX8" fmla="*/ 419805 w 629360"/>
                <a:gd name="connsiteY8" fmla="*/ 0 h 705661"/>
                <a:gd name="connsiteX9" fmla="*/ 210255 w 629360"/>
                <a:gd name="connsiteY9" fmla="*/ 0 h 705661"/>
                <a:gd name="connsiteX10" fmla="*/ 210255 w 629360"/>
                <a:gd name="connsiteY10" fmla="*/ 19050 h 705661"/>
                <a:gd name="connsiteX11" fmla="*/ 305505 w 629360"/>
                <a:gd name="connsiteY11" fmla="*/ 19050 h 705661"/>
                <a:gd name="connsiteX12" fmla="*/ 305505 w 629360"/>
                <a:gd name="connsiteY12" fmla="*/ 76438 h 705661"/>
                <a:gd name="connsiteX13" fmla="*/ 136 w 629360"/>
                <a:gd name="connsiteY13" fmla="*/ 400157 h 705661"/>
                <a:gd name="connsiteX14" fmla="*/ 323855 w 629360"/>
                <a:gd name="connsiteY14" fmla="*/ 705525 h 705661"/>
                <a:gd name="connsiteX15" fmla="*/ 629224 w 629360"/>
                <a:gd name="connsiteY15" fmla="*/ 381807 h 705661"/>
                <a:gd name="connsiteX16" fmla="*/ 519399 w 629360"/>
                <a:gd name="connsiteY16" fmla="*/ 152000 h 705661"/>
                <a:gd name="connsiteX17" fmla="*/ 315030 w 629360"/>
                <a:gd name="connsiteY17" fmla="*/ 685800 h 705661"/>
                <a:gd name="connsiteX18" fmla="*/ 19755 w 629360"/>
                <a:gd name="connsiteY18" fmla="*/ 390525 h 705661"/>
                <a:gd name="connsiteX19" fmla="*/ 315030 w 629360"/>
                <a:gd name="connsiteY19" fmla="*/ 95250 h 705661"/>
                <a:gd name="connsiteX20" fmla="*/ 610305 w 629360"/>
                <a:gd name="connsiteY20" fmla="*/ 390525 h 705661"/>
                <a:gd name="connsiteX21" fmla="*/ 315030 w 629360"/>
                <a:gd name="connsiteY21" fmla="*/ 685800 h 705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9360" h="705661">
                  <a:moveTo>
                    <a:pt x="519399" y="152000"/>
                  </a:moveTo>
                  <a:lnTo>
                    <a:pt x="559889" y="111509"/>
                  </a:lnTo>
                  <a:cubicBezTo>
                    <a:pt x="563544" y="107725"/>
                    <a:pt x="563439" y="101696"/>
                    <a:pt x="559655" y="98041"/>
                  </a:cubicBezTo>
                  <a:cubicBezTo>
                    <a:pt x="555964" y="94476"/>
                    <a:pt x="550112" y="94476"/>
                    <a:pt x="546421" y="98041"/>
                  </a:cubicBezTo>
                  <a:lnTo>
                    <a:pt x="504511" y="139951"/>
                  </a:lnTo>
                  <a:cubicBezTo>
                    <a:pt x="452611" y="100542"/>
                    <a:pt x="389694" y="78336"/>
                    <a:pt x="324555" y="76438"/>
                  </a:cubicBezTo>
                  <a:lnTo>
                    <a:pt x="324555" y="19050"/>
                  </a:lnTo>
                  <a:lnTo>
                    <a:pt x="419805" y="19050"/>
                  </a:lnTo>
                  <a:lnTo>
                    <a:pt x="419805" y="0"/>
                  </a:lnTo>
                  <a:lnTo>
                    <a:pt x="210255" y="0"/>
                  </a:lnTo>
                  <a:lnTo>
                    <a:pt x="210255" y="19050"/>
                  </a:lnTo>
                  <a:lnTo>
                    <a:pt x="305505" y="19050"/>
                  </a:lnTo>
                  <a:lnTo>
                    <a:pt x="305505" y="76438"/>
                  </a:lnTo>
                  <a:cubicBezTo>
                    <a:pt x="131787" y="81505"/>
                    <a:pt x="-4931" y="226439"/>
                    <a:pt x="136" y="400157"/>
                  </a:cubicBezTo>
                  <a:cubicBezTo>
                    <a:pt x="5204" y="573875"/>
                    <a:pt x="150138" y="710593"/>
                    <a:pt x="323855" y="705525"/>
                  </a:cubicBezTo>
                  <a:cubicBezTo>
                    <a:pt x="497573" y="700458"/>
                    <a:pt x="634291" y="555525"/>
                    <a:pt x="629224" y="381807"/>
                  </a:cubicBezTo>
                  <a:cubicBezTo>
                    <a:pt x="626638" y="293150"/>
                    <a:pt x="586757" y="209701"/>
                    <a:pt x="519399" y="152000"/>
                  </a:cubicBezTo>
                  <a:close/>
                  <a:moveTo>
                    <a:pt x="315030" y="685800"/>
                  </a:moveTo>
                  <a:cubicBezTo>
                    <a:pt x="151954" y="685800"/>
                    <a:pt x="19755" y="553601"/>
                    <a:pt x="19755" y="390525"/>
                  </a:cubicBezTo>
                  <a:cubicBezTo>
                    <a:pt x="19755" y="227449"/>
                    <a:pt x="151954" y="95250"/>
                    <a:pt x="315030" y="95250"/>
                  </a:cubicBezTo>
                  <a:cubicBezTo>
                    <a:pt x="478106" y="95250"/>
                    <a:pt x="610305" y="227449"/>
                    <a:pt x="610305" y="390525"/>
                  </a:cubicBezTo>
                  <a:cubicBezTo>
                    <a:pt x="610117" y="553523"/>
                    <a:pt x="478028" y="685611"/>
                    <a:pt x="315030" y="685800"/>
                  </a:cubicBez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0" name="Freihandform: Form 209">
              <a:extLst>
                <a:ext uri="{FF2B5EF4-FFF2-40B4-BE49-F238E27FC236}">
                  <a16:creationId xmlns:a16="http://schemas.microsoft.com/office/drawing/2014/main" id="{51036E01-9BBB-25F5-154D-E6B8667A2522}"/>
                </a:ext>
              </a:extLst>
            </p:cNvPr>
            <p:cNvSpPr/>
            <p:nvPr/>
          </p:nvSpPr>
          <p:spPr bwMode="gray">
            <a:xfrm>
              <a:off x="6048365" y="3219450"/>
              <a:ext cx="95269" cy="295274"/>
            </a:xfrm>
            <a:custGeom>
              <a:avLst/>
              <a:gdLst>
                <a:gd name="connsiteX0" fmla="*/ 57160 w 95269"/>
                <a:gd name="connsiteY0" fmla="*/ 200977 h 295274"/>
                <a:gd name="connsiteX1" fmla="*/ 57160 w 95269"/>
                <a:gd name="connsiteY1" fmla="*/ 0 h 295274"/>
                <a:gd name="connsiteX2" fmla="*/ 38110 w 95269"/>
                <a:gd name="connsiteY2" fmla="*/ 0 h 295274"/>
                <a:gd name="connsiteX3" fmla="*/ 38110 w 95269"/>
                <a:gd name="connsiteY3" fmla="*/ 200977 h 295274"/>
                <a:gd name="connsiteX4" fmla="*/ 972 w 95269"/>
                <a:gd name="connsiteY4" fmla="*/ 257165 h 295274"/>
                <a:gd name="connsiteX5" fmla="*/ 57160 w 95269"/>
                <a:gd name="connsiteY5" fmla="*/ 294303 h 295274"/>
                <a:gd name="connsiteX6" fmla="*/ 94298 w 95269"/>
                <a:gd name="connsiteY6" fmla="*/ 238115 h 295274"/>
                <a:gd name="connsiteX7" fmla="*/ 57160 w 95269"/>
                <a:gd name="connsiteY7" fmla="*/ 200977 h 295274"/>
                <a:gd name="connsiteX8" fmla="*/ 47635 w 95269"/>
                <a:gd name="connsiteY8" fmla="*/ 276225 h 295274"/>
                <a:gd name="connsiteX9" fmla="*/ 19060 w 95269"/>
                <a:gd name="connsiteY9" fmla="*/ 247650 h 295274"/>
                <a:gd name="connsiteX10" fmla="*/ 47635 w 95269"/>
                <a:gd name="connsiteY10" fmla="*/ 219075 h 295274"/>
                <a:gd name="connsiteX11" fmla="*/ 76210 w 95269"/>
                <a:gd name="connsiteY11" fmla="*/ 247650 h 295274"/>
                <a:gd name="connsiteX12" fmla="*/ 47635 w 95269"/>
                <a:gd name="connsiteY12" fmla="*/ 276225 h 295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5269" h="295274">
                  <a:moveTo>
                    <a:pt x="57160" y="200977"/>
                  </a:moveTo>
                  <a:lnTo>
                    <a:pt x="57160" y="0"/>
                  </a:lnTo>
                  <a:lnTo>
                    <a:pt x="38110" y="0"/>
                  </a:lnTo>
                  <a:lnTo>
                    <a:pt x="38110" y="200977"/>
                  </a:lnTo>
                  <a:cubicBezTo>
                    <a:pt x="12339" y="206238"/>
                    <a:pt x="-4289" y="231394"/>
                    <a:pt x="972" y="257165"/>
                  </a:cubicBezTo>
                  <a:cubicBezTo>
                    <a:pt x="6232" y="282936"/>
                    <a:pt x="31389" y="299563"/>
                    <a:pt x="57160" y="294303"/>
                  </a:cubicBezTo>
                  <a:cubicBezTo>
                    <a:pt x="82930" y="289043"/>
                    <a:pt x="99558" y="263886"/>
                    <a:pt x="94298" y="238115"/>
                  </a:cubicBezTo>
                  <a:cubicBezTo>
                    <a:pt x="90480" y="219412"/>
                    <a:pt x="75863" y="204795"/>
                    <a:pt x="57160" y="200977"/>
                  </a:cubicBezTo>
                  <a:close/>
                  <a:moveTo>
                    <a:pt x="47635" y="276225"/>
                  </a:moveTo>
                  <a:cubicBezTo>
                    <a:pt x="31853" y="276225"/>
                    <a:pt x="19060" y="263432"/>
                    <a:pt x="19060" y="247650"/>
                  </a:cubicBezTo>
                  <a:cubicBezTo>
                    <a:pt x="19060" y="231868"/>
                    <a:pt x="31853" y="219075"/>
                    <a:pt x="47635" y="219075"/>
                  </a:cubicBezTo>
                  <a:cubicBezTo>
                    <a:pt x="63417" y="219075"/>
                    <a:pt x="76210" y="231868"/>
                    <a:pt x="76210" y="247650"/>
                  </a:cubicBezTo>
                  <a:cubicBezTo>
                    <a:pt x="76210" y="263432"/>
                    <a:pt x="63417" y="276225"/>
                    <a:pt x="47635" y="276225"/>
                  </a:cubicBezTo>
                  <a:close/>
                </a:path>
              </a:pathLst>
            </a:custGeom>
            <a:grp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cxnSp>
        <p:nvCxnSpPr>
          <p:cNvPr id="111" name="Straight Connector 30" descr="thin line">
            <a:extLst>
              <a:ext uri="{FF2B5EF4-FFF2-40B4-BE49-F238E27FC236}">
                <a16:creationId xmlns:a16="http://schemas.microsoft.com/office/drawing/2014/main" id="{41CECDB7-0DEB-23A7-5D1C-5DE1EB1977C0}"/>
              </a:ext>
            </a:extLst>
          </p:cNvPr>
          <p:cNvCxnSpPr>
            <a:cxnSpLocks/>
          </p:cNvCxnSpPr>
          <p:nvPr/>
        </p:nvCxnSpPr>
        <p:spPr bwMode="gray">
          <a:xfrm>
            <a:off x="1703512" y="2708920"/>
            <a:ext cx="9864000" cy="0"/>
          </a:xfrm>
          <a:prstGeom prst="line">
            <a:avLst/>
          </a:prstGeom>
          <a:ln w="9525">
            <a:solidFill>
              <a:schemeClr val="tx2">
                <a:alpha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Standard Text">
            <a:extLst>
              <a:ext uri="{FF2B5EF4-FFF2-40B4-BE49-F238E27FC236}">
                <a16:creationId xmlns:a16="http://schemas.microsoft.com/office/drawing/2014/main" id="{9A926294-F1F5-BCD9-ED84-8CBDDA052D2F}"/>
              </a:ext>
            </a:extLst>
          </p:cNvPr>
          <p:cNvSpPr txBox="1">
            <a:spLocks/>
          </p:cNvSpPr>
          <p:nvPr/>
        </p:nvSpPr>
        <p:spPr bwMode="gray">
          <a:xfrm>
            <a:off x="1702891" y="2780928"/>
            <a:ext cx="9865221" cy="1008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lvl="1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pPr lvl="1"/>
            <a:r>
              <a:rPr lang="en-GB" dirty="0"/>
              <a:t>External dependencies pace the calendar, not the price</a:t>
            </a:r>
          </a:p>
          <a:p>
            <a:r>
              <a:rPr lang="en-GB" sz="1400" dirty="0"/>
              <a:t>Risk: Entra tenant and sensor vendor lead times can stretch the 9–11 week timeline. Mitigation: confirmed in Discovery; on-site work is billed, waiting isn't.</a:t>
            </a:r>
            <a:br>
              <a:rPr lang="en-GB" sz="1400" dirty="0"/>
            </a:br>
            <a:endParaRPr lang="en-GB" sz="1400" dirty="0"/>
          </a:p>
        </p:txBody>
      </p:sp>
      <p:cxnSp>
        <p:nvCxnSpPr>
          <p:cNvPr id="113" name="Straight Connector 30" descr="thin line">
            <a:extLst>
              <a:ext uri="{FF2B5EF4-FFF2-40B4-BE49-F238E27FC236}">
                <a16:creationId xmlns:a16="http://schemas.microsoft.com/office/drawing/2014/main" id="{4F0FD73D-2E4F-4F38-1352-DC071F1F06F8}"/>
              </a:ext>
            </a:extLst>
          </p:cNvPr>
          <p:cNvCxnSpPr>
            <a:cxnSpLocks/>
          </p:cNvCxnSpPr>
          <p:nvPr/>
        </p:nvCxnSpPr>
        <p:spPr bwMode="gray">
          <a:xfrm>
            <a:off x="1703512" y="3861048"/>
            <a:ext cx="9864000" cy="0"/>
          </a:xfrm>
          <a:prstGeom prst="line">
            <a:avLst/>
          </a:prstGeom>
          <a:ln w="9525">
            <a:solidFill>
              <a:schemeClr val="tx2">
                <a:alpha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Standard Text">
            <a:extLst>
              <a:ext uri="{FF2B5EF4-FFF2-40B4-BE49-F238E27FC236}">
                <a16:creationId xmlns:a16="http://schemas.microsoft.com/office/drawing/2014/main" id="{921DBD96-8AD8-861F-86C8-1CC4E7A4F3FD}"/>
              </a:ext>
            </a:extLst>
          </p:cNvPr>
          <p:cNvSpPr txBox="1">
            <a:spLocks/>
          </p:cNvSpPr>
          <p:nvPr/>
        </p:nvSpPr>
        <p:spPr bwMode="gray">
          <a:xfrm>
            <a:off x="1702891" y="3933056"/>
            <a:ext cx="9865221" cy="1008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lvl="1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pPr lvl="1"/>
            <a:r>
              <a:rPr lang="en-GB" dirty="0"/>
              <a:t>Bottom-up estimate needs delivery-team validation</a:t>
            </a:r>
          </a:p>
          <a:p>
            <a:r>
              <a:rPr lang="en-GB" sz="1400" dirty="0"/>
              <a:t>Risk: headcount-per-feature assumptions are indicative. Mitigation: revisit with the actual delivery team before a fixed-price commitment.</a:t>
            </a:r>
            <a:br>
              <a:rPr lang="en-GB" sz="1400" dirty="0"/>
            </a:br>
            <a:endParaRPr lang="en-GB" sz="1400" dirty="0"/>
          </a:p>
        </p:txBody>
      </p:sp>
      <p:cxnSp>
        <p:nvCxnSpPr>
          <p:cNvPr id="115" name="Straight Connector 30" descr="thin line">
            <a:extLst>
              <a:ext uri="{FF2B5EF4-FFF2-40B4-BE49-F238E27FC236}">
                <a16:creationId xmlns:a16="http://schemas.microsoft.com/office/drawing/2014/main" id="{F3088CF7-C3A5-7492-AADE-650D2C063C26}"/>
              </a:ext>
            </a:extLst>
          </p:cNvPr>
          <p:cNvCxnSpPr>
            <a:cxnSpLocks/>
          </p:cNvCxnSpPr>
          <p:nvPr/>
        </p:nvCxnSpPr>
        <p:spPr bwMode="gray">
          <a:xfrm>
            <a:off x="1703512" y="5013176"/>
            <a:ext cx="9864000" cy="0"/>
          </a:xfrm>
          <a:prstGeom prst="line">
            <a:avLst/>
          </a:prstGeom>
          <a:ln w="9525">
            <a:solidFill>
              <a:schemeClr val="tx2">
                <a:alpha val="50000"/>
              </a:schemeClr>
            </a:solidFill>
            <a:headEnd type="none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Standard Text">
            <a:extLst>
              <a:ext uri="{FF2B5EF4-FFF2-40B4-BE49-F238E27FC236}">
                <a16:creationId xmlns:a16="http://schemas.microsoft.com/office/drawing/2014/main" id="{2163D3A6-BE8B-41A8-89B4-6D62C6B857E8}"/>
              </a:ext>
            </a:extLst>
          </p:cNvPr>
          <p:cNvSpPr txBox="1">
            <a:spLocks/>
          </p:cNvSpPr>
          <p:nvPr/>
        </p:nvSpPr>
        <p:spPr bwMode="gray">
          <a:xfrm>
            <a:off x="1702891" y="5085184"/>
            <a:ext cx="9865221" cy="1008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indent="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 spc="20" baseline="0"/>
            </a:lvl1pPr>
            <a:lvl2pPr marL="0" lvl="1" indent="0">
              <a:lnSpc>
                <a:spcPct val="120000"/>
              </a:lnSpc>
              <a:spcBef>
                <a:spcPts val="16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spc="20" baseline="0">
                <a:latin typeface="+mj-lt"/>
              </a:defRPr>
            </a:lvl2pPr>
            <a:lvl3pPr marL="216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Wingdings 2" panose="05020102010507070707" pitchFamily="18" charset="2"/>
              <a:buChar char=""/>
              <a:defRPr sz="1600" spc="20" baseline="0"/>
            </a:lvl3pPr>
            <a:lvl4pPr marL="432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4pPr>
            <a:lvl5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5pPr>
            <a:lvl6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6pPr>
            <a:lvl7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7pPr>
            <a:lvl8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8pPr>
            <a:lvl9pPr marL="648000" indent="-216000">
              <a:lnSpc>
                <a:spcPct val="120000"/>
              </a:lnSpc>
              <a:spcBef>
                <a:spcPts val="20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spc="20" baseline="0"/>
            </a:lvl9pPr>
          </a:lstStyle>
          <a:p>
            <a:pPr lvl="1"/>
            <a:r>
              <a:rPr lang="en-GB" dirty="0"/>
              <a:t>Hardware and AI consumption costs aren't in this number yet</a:t>
            </a:r>
          </a:p>
          <a:p>
            <a:r>
              <a:rPr lang="en-GB" sz="1400" dirty="0"/>
              <a:t>Risk: total cost unclear until quoted. Mitigation: sensor/LED bill of quantities and AI usage patterns both requested during Discovery.</a:t>
            </a:r>
            <a:br>
              <a:rPr lang="en-GB" sz="1400" dirty="0"/>
            </a:br>
            <a:endParaRPr lang="en-GB" sz="1400" dirty="0"/>
          </a:p>
        </p:txBody>
      </p:sp>
      <p:sp>
        <p:nvSpPr>
          <p:cNvPr id="117" name="Fußzeilenplatzhalter 7">
            <a:extLst>
              <a:ext uri="{FF2B5EF4-FFF2-40B4-BE49-F238E27FC236}">
                <a16:creationId xmlns:a16="http://schemas.microsoft.com/office/drawing/2014/main" id="{2AFF796C-6789-4FF4-68CE-5E027B1F164E}"/>
              </a:ext>
            </a:extLst>
          </p:cNvPr>
          <p:cNvSpPr txBox="1">
            <a:spLocks/>
          </p:cNvSpPr>
          <p:nvPr/>
        </p:nvSpPr>
        <p:spPr bwMode="gray">
          <a:xfrm>
            <a:off x="623888" y="6381328"/>
            <a:ext cx="864000" cy="14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800" spc="20" baseline="0">
                <a:solidFill>
                  <a:schemeClr val="bg1"/>
                </a:solidFill>
                <a:latin typeface="+mn-lt"/>
              </a:rPr>
              <a:t>© </a:t>
            </a:r>
            <a:r>
              <a:rPr lang="en-GB" sz="800" spc="20" baseline="0" err="1">
                <a:solidFill>
                  <a:schemeClr val="bg1"/>
                </a:solidFill>
                <a:latin typeface="+mn-lt"/>
              </a:rPr>
              <a:t>Zühlke</a:t>
            </a:r>
            <a:r>
              <a:rPr lang="en-GB" sz="800" spc="20" baseline="0">
                <a:solidFill>
                  <a:schemeClr val="bg1"/>
                </a:solidFill>
                <a:latin typeface="+mn-lt"/>
              </a:rPr>
              <a:t> </a:t>
            </a:r>
          </a:p>
        </p:txBody>
      </p:sp>
      <p:sp>
        <p:nvSpPr>
          <p:cNvPr id="7" name="Date Placeholder 9">
            <a:extLst>
              <a:ext uri="{FF2B5EF4-FFF2-40B4-BE49-F238E27FC236}">
                <a16:creationId xmlns:a16="http://schemas.microsoft.com/office/drawing/2014/main" id="{6D8CC44A-DC44-F4FD-D244-2D2339AF1A23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10418400" y="6372000"/>
            <a:ext cx="680400" cy="144000"/>
          </a:xfrm>
        </p:spPr>
        <p:txBody>
          <a:bodyPr/>
          <a:lstStyle/>
          <a:p>
            <a:fld id="{E35F1F96-2AAB-2040-B876-7B73F0B2E90B}" type="datetime1">
              <a:rPr lang="de-CH" smtClean="0"/>
              <a:t>24.09.26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A86AE56-7529-0490-A6CF-E7EE876CFCF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558800" y="6372000"/>
            <a:ext cx="4392000" cy="1440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6D46E9A-1017-A1F2-DF3E-2296C28893E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178000" y="6372000"/>
            <a:ext cx="392400" cy="144000"/>
          </a:xfrm>
        </p:spPr>
        <p:txBody>
          <a:bodyPr/>
          <a:lstStyle/>
          <a:p>
            <a:r>
              <a:rPr lang="de-DE"/>
              <a:t>|  </a:t>
            </a:r>
            <a:fld id="{9A5DB3EA-063E-4F9F-9BD5-333BE348FB94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13" name="Year" descr="{&quot;templafy&quot;:{&quot;id&quot;:&quot;e12b399e-5931-4d2c-8dcf-ddb0f6a299b7&quot;}}">
            <a:extLst>
              <a:ext uri="{FF2B5EF4-FFF2-40B4-BE49-F238E27FC236}">
                <a16:creationId xmlns:a16="http://schemas.microsoft.com/office/drawing/2014/main" id="{6E06BFC4-CDFB-94BC-2CBB-33A9578C9724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1091122" y="6371819"/>
            <a:ext cx="252350" cy="144000"/>
          </a:xfrm>
          <a:prstGeom prst="rect">
            <a:avLst/>
          </a:prstGeom>
        </p:spPr>
        <p:txBody>
          <a:bodyPr vert="horz" wrap="square" lIns="0" tIns="0" rIns="0" bIns="0" rtlCol="0" anchor="ctr" anchorCtr="0"/>
          <a:lstStyle/>
          <a:p>
            <a:pPr marL="0" algn="l" defTabSz="914400" rtl="0" eaLnBrk="1" latinLnBrk="0" hangingPunct="1"/>
            <a:r>
              <a:rPr lang="de-CH" sz="800" kern="1200" spc="20" baseline="0" noProof="1">
                <a:solidFill>
                  <a:schemeClr val="bg1"/>
                </a:solidFill>
                <a:latin typeface="AA Zuehlke" pitchFamily="2" charset="0"/>
                <a:ea typeface="+mn-ea"/>
                <a:cs typeface="+mn-cs"/>
              </a:rPr>
              <a:t>2026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1360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Da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Da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Da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Da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Da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oRL53uhfckeO5TimAYH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pyright"/>
</p:tagLst>
</file>

<file path=ppt/theme/theme1.xml><?xml version="1.0" encoding="utf-8"?>
<a:theme xmlns:a="http://schemas.openxmlformats.org/drawingml/2006/main" name="Zühlke">
  <a:themeElements>
    <a:clrScheme name="Zühlke final">
      <a:dk1>
        <a:srgbClr val="4D4D4D"/>
      </a:dk1>
      <a:lt1>
        <a:sysClr val="window" lastClr="FFFFFF"/>
      </a:lt1>
      <a:dk2>
        <a:srgbClr val="985B9C"/>
      </a:dk2>
      <a:lt2>
        <a:srgbClr val="666666"/>
      </a:lt2>
      <a:accent1>
        <a:srgbClr val="0099CC"/>
      </a:accent1>
      <a:accent2>
        <a:srgbClr val="66CCFF"/>
      </a:accent2>
      <a:accent3>
        <a:srgbClr val="00CC66"/>
      </a:accent3>
      <a:accent4>
        <a:srgbClr val="CCCCCC"/>
      </a:accent4>
      <a:accent5>
        <a:srgbClr val="8C8C8C"/>
      </a:accent5>
      <a:accent6>
        <a:srgbClr val="CCFF00"/>
      </a:accent6>
      <a:hlink>
        <a:srgbClr val="985B9C"/>
      </a:hlink>
      <a:folHlink>
        <a:srgbClr val="4D4D4D"/>
      </a:folHlink>
    </a:clrScheme>
    <a:fontScheme name="Zuehlke TTF">
      <a:majorFont>
        <a:latin typeface="AA Zuehlke Medium"/>
        <a:ea typeface=""/>
        <a:cs typeface=""/>
      </a:majorFont>
      <a:minorFont>
        <a:latin typeface="AA Zuehlk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6350">
          <a:noFill/>
        </a:ln>
      </a:spPr>
      <a:bodyPr lIns="0" tIns="0" rIns="0" bIns="0" rtlCol="0" anchor="ctr"/>
      <a:lstStyle>
        <a:defPPr algn="ctr">
          <a:lnSpc>
            <a:spcPct val="120000"/>
          </a:lnSpc>
          <a:defRPr sz="1600" spc="2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>
              <a:alpha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216000" indent="-216000" algn="l">
          <a:lnSpc>
            <a:spcPct val="120000"/>
          </a:lnSpc>
          <a:spcBef>
            <a:spcPts val="200"/>
          </a:spcBef>
          <a:spcAft>
            <a:spcPts val="300"/>
          </a:spcAft>
          <a:buFont typeface="Wingdings 2" panose="05020102010507070707" pitchFamily="18" charset="2"/>
          <a:buChar char="¡"/>
          <a:defRPr sz="1600" spc="20" dirty="0" err="1" smtClean="0"/>
        </a:defPPr>
      </a:lstStyle>
    </a:txDef>
  </a:objectDefaults>
  <a:extraClrSchemeLst/>
  <a:custClrLst>
    <a:custClr name="Purple 100">
      <a:srgbClr val="985B9C"/>
    </a:custClr>
    <a:custClr name="Blue 100">
      <a:srgbClr val="0099CC"/>
    </a:custClr>
    <a:custClr name="Bright Blue 100">
      <a:srgbClr val="66CCFF"/>
    </a:custClr>
    <a:custClr name="Green 100">
      <a:srgbClr val="00CC66"/>
    </a:custClr>
    <a:custClr name="Bright Green 100">
      <a:srgbClr val="CCFF00"/>
    </a:custClr>
    <a:custClr name="Light Gray 100">
      <a:srgbClr val="CCCCCC"/>
    </a:custClr>
    <a:custClr name="Dark Gray 100">
      <a:srgbClr val="666666"/>
    </a:custClr>
    <a:custClr name="empty">
      <a:srgbClr val="FFFFFF"/>
    </a:custClr>
    <a:custClr name="empty">
      <a:srgbClr val="FFFFFF"/>
    </a:custClr>
    <a:custClr name="Orange 100">
      <a:srgbClr val="FF9900"/>
    </a:custClr>
    <a:custClr name="Purple 75">
      <a:srgbClr val="B284B5"/>
    </a:custClr>
    <a:custClr name="Blue 75">
      <a:srgbClr val="40B3D9"/>
    </a:custClr>
    <a:custClr name="Bright Blue 75">
      <a:srgbClr val="8CD9FF"/>
    </a:custClr>
    <a:custClr name="Green 75">
      <a:srgbClr val="40D98C"/>
    </a:custClr>
    <a:custClr name="Bright Green 75">
      <a:srgbClr val="D9FF40"/>
    </a:custClr>
    <a:custClr name="Light Gray 75">
      <a:srgbClr val="D9D9D9"/>
    </a:custClr>
    <a:custClr name="Dark Gray 75">
      <a:srgbClr val="8C8C8C"/>
    </a:custClr>
    <a:custClr name="empty">
      <a:srgbClr val="FFFFFF"/>
    </a:custClr>
    <a:custClr name="empty">
      <a:srgbClr val="FFFFFF"/>
    </a:custClr>
    <a:custClr name="Orange 75">
      <a:srgbClr val="FFB340"/>
    </a:custClr>
    <a:custClr name="Purple 50">
      <a:srgbClr val="CBADCD"/>
    </a:custClr>
    <a:custClr name="Blue 50">
      <a:srgbClr val="80CCE5"/>
    </a:custClr>
    <a:custClr name="Bright Blue 50">
      <a:srgbClr val="B2E5FF"/>
    </a:custClr>
    <a:custClr name="Green 50">
      <a:srgbClr val="80E5B2"/>
    </a:custClr>
    <a:custClr name="Bright Green 50">
      <a:srgbClr val="E5FF80"/>
    </a:custClr>
    <a:custClr name="Light Gray 50">
      <a:srgbClr val="E5E5E5"/>
    </a:custClr>
    <a:custClr name="Dark Gray 50">
      <a:srgbClr val="B2B2B2"/>
    </a:custClr>
    <a:custClr name="empty">
      <a:srgbClr val="FFFFFF"/>
    </a:custClr>
    <a:custClr name="empty">
      <a:srgbClr val="FFFFFF"/>
    </a:custClr>
    <a:custClr name="Orange 50">
      <a:srgbClr val="FFCC80"/>
    </a:custClr>
    <a:custClr name="Purple 25">
      <a:srgbClr val="E5D6E6"/>
    </a:custClr>
    <a:custClr name="Blue 25">
      <a:srgbClr val="BFE5F2"/>
    </a:custClr>
    <a:custClr name="Bright Blue 25">
      <a:srgbClr val="D9F2FF"/>
    </a:custClr>
    <a:custClr name="Green 25">
      <a:srgbClr val="BFF2D9"/>
    </a:custClr>
    <a:custClr name="Bright Green 25">
      <a:srgbClr val="F2FFBF"/>
    </a:custClr>
    <a:custClr name="Light Gray 25">
      <a:srgbClr val="F2F2F2"/>
    </a:custClr>
    <a:custClr name="Dark Gray 25">
      <a:srgbClr val="D9D9D9"/>
    </a:custClr>
    <a:custClr name="empty">
      <a:srgbClr val="FFFFFF"/>
    </a:custClr>
    <a:custClr name="empty">
      <a:srgbClr val="FFFFFF"/>
    </a:custClr>
    <a:custClr name="Orange 25">
      <a:srgbClr val="FFE5BF"/>
    </a:custClr>
  </a:custClrLst>
  <a:extLst>
    <a:ext uri="{05A4C25C-085E-4340-85A3-A5531E510DB2}">
      <thm15:themeFamily xmlns:thm15="http://schemas.microsoft.com/office/thememl/2012/main" name="K16_Zuehlke_Master_DE_20220503-VIML0374.potx" id="{3A227FDB-4CFA-47FF-B668-4FB7B4F1D6B7}" vid="{18333380-08C3-43D1-B13D-7707F8736D0D}"/>
    </a:ext>
  </a:extLst>
</a:theme>
</file>

<file path=ppt/theme/theme2.xml><?xml version="1.0" encoding="utf-8"?>
<a:theme xmlns:a="http://schemas.openxmlformats.org/drawingml/2006/main" name="Office">
  <a:themeElements>
    <a:clrScheme name="Zühlke final">
      <a:dk1>
        <a:srgbClr val="4D4D4D"/>
      </a:dk1>
      <a:lt1>
        <a:sysClr val="window" lastClr="FFFFFF"/>
      </a:lt1>
      <a:dk2>
        <a:srgbClr val="985B9C"/>
      </a:dk2>
      <a:lt2>
        <a:srgbClr val="666666"/>
      </a:lt2>
      <a:accent1>
        <a:srgbClr val="0099CC"/>
      </a:accent1>
      <a:accent2>
        <a:srgbClr val="66CCFF"/>
      </a:accent2>
      <a:accent3>
        <a:srgbClr val="00CC66"/>
      </a:accent3>
      <a:accent4>
        <a:srgbClr val="CCCCCC"/>
      </a:accent4>
      <a:accent5>
        <a:srgbClr val="8C8C8C"/>
      </a:accent5>
      <a:accent6>
        <a:srgbClr val="CCFF00"/>
      </a:accent6>
      <a:hlink>
        <a:srgbClr val="985B9C"/>
      </a:hlink>
      <a:folHlink>
        <a:srgbClr val="4D4D4D"/>
      </a:folHlink>
    </a:clrScheme>
    <a:fontScheme name="Zuehlke final">
      <a:majorFont>
        <a:latin typeface="AA Zuehlke Med OTPS"/>
        <a:ea typeface=""/>
        <a:cs typeface=""/>
      </a:majorFont>
      <a:minorFont>
        <a:latin typeface="AA Zuehlke OTP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Zühlke final">
      <a:dk1>
        <a:srgbClr val="4D4D4D"/>
      </a:dk1>
      <a:lt1>
        <a:sysClr val="window" lastClr="FFFFFF"/>
      </a:lt1>
      <a:dk2>
        <a:srgbClr val="985B9C"/>
      </a:dk2>
      <a:lt2>
        <a:srgbClr val="666666"/>
      </a:lt2>
      <a:accent1>
        <a:srgbClr val="0099CC"/>
      </a:accent1>
      <a:accent2>
        <a:srgbClr val="66CCFF"/>
      </a:accent2>
      <a:accent3>
        <a:srgbClr val="00CC66"/>
      </a:accent3>
      <a:accent4>
        <a:srgbClr val="CCCCCC"/>
      </a:accent4>
      <a:accent5>
        <a:srgbClr val="8C8C8C"/>
      </a:accent5>
      <a:accent6>
        <a:srgbClr val="CCFF00"/>
      </a:accent6>
      <a:hlink>
        <a:srgbClr val="985B9C"/>
      </a:hlink>
      <a:folHlink>
        <a:srgbClr val="4D4D4D"/>
      </a:folHlink>
    </a:clrScheme>
    <a:fontScheme name="Zuehlke final">
      <a:majorFont>
        <a:latin typeface="AA Zuehlke Med OTPS"/>
        <a:ea typeface=""/>
        <a:cs typeface=""/>
      </a:majorFont>
      <a:minorFont>
        <a:latin typeface="AA Zuehlke OTP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1.xml"/></Relationships>
</file>

<file path=customXml/_rels/item6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2.xml"/></Relationships>
</file>

<file path=customXml/_rels/item6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3.xml"/></Relationships>
</file>

<file path=customXml/_rels/item6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4.xml"/></Relationships>
</file>

<file path=customXml/_rels/item6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5.xml"/></Relationships>
</file>

<file path=customXml/_rels/item6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6.xml"/></Relationships>
</file>

<file path=customXml/_rels/item6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7.xml"/></Relationships>
</file>

<file path=customXml/_rels/item6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8.xml"/></Relationships>
</file>

<file path=customXml/_rels/item6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9.xml"/></Relationships>
</file>

<file path=customXml/_rels/item7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0.xml"/></Relationships>
</file>

<file path=customXml/_rels/item7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1.xml"/></Relationships>
</file>

<file path=customXml/_rels/item7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2.xml"/></Relationships>
</file>

<file path=customXml/_rels/item7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3.xml"/></Relationships>
</file>

<file path=customXml/_rels/item7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4.xml"/></Relationships>
</file>

<file path=customXml/_rels/item7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5.xml"/></Relationships>
</file>

<file path=customXml/_rels/item7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6.xml"/></Relationships>
</file>

<file path=customXml/_rels/item7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7.xml"/></Relationships>
</file>

<file path=customXml/_rels/item7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8.xml"/></Relationships>
</file>

<file path=customXml/_rels/item7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9.xml"/></Relationships>
</file>

<file path=customXml/_rels/item8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0.xml"/></Relationships>
</file>

<file path=customXml/_rels/item8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1.xml"/></Relationships>
</file>

<file path=customXml/_rels/item8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2.xml"/></Relationships>
</file>

<file path=customXml/_rels/item8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3.xml"/></Relationships>
</file>

<file path=customXml/_rels/item8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4.xml"/></Relationships>
</file>

<file path=customXml/_rels/item8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5.xml"/></Relationships>
</file>

<file path=customXml/_rels/item8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6.xml"/></Relationships>
</file>

<file path=customXml/_rels/item8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7.xml"/></Relationships>
</file>

<file path=customXml/_rels/item8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8.xml"/></Relationships>
</file>

<file path=customXml/_rels/item8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9.xml"/></Relationships>
</file>

<file path=customXml/_rels/item9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0.xml"/></Relationships>
</file>

<file path=customXml/_rels/item9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1.xml"/></Relationships>
</file>

<file path=customXml/_rels/item9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2.xml"/></Relationships>
</file>

<file path=customXml/_rels/item9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3.xml"/></Relationships>
</file>

<file path=customXml/_rels/item9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4.xml"/></Relationships>
</file>

<file path=customXml/_rels/item9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5.xml"/></Relationships>
</file>

<file path=customXml/_rels/item9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6.xml"/></Relationships>
</file>

<file path=customXml/_rels/item9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7.xml"/></Relationships>
</file>

<file path=customXml/_rels/item9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8.xml"/></Relationships>
</file>

<file path=customXml/_rels/item9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9.xml"/></Relationships>
</file>

<file path=customXml/_rels/item10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0.xml"/></Relationships>
</file>

<file path=customXml/_rels/item10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1.xml"/></Relationships>
</file>

<file path=customXml/_rels/item10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2.xml"/></Relationships>
</file>

<file path=customXml/_rels/item10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3.xml"/></Relationships>
</file>

<file path=customXml/_rels/item10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4.xml"/></Relationships>
</file>

<file path=customXml/_rels/item10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5.xml"/></Relationships>
</file>

<file path=customXml/_rels/item10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6.xml"/></Relationships>
</file>

<file path=customXml/_rels/item10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7.xml"/></Relationships>
</file>

<file path=customXml/_rels/item10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8.xml"/></Relationships>
</file>

<file path=customXml/_rels/item10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9.xml"/></Relationships>
</file>

<file path=customXml/_rels/item1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0.xml"/></Relationships>
</file>

<file path=customXml/_rels/item1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1.xml"/></Relationships>
</file>

<file path=customXml/_rels/item1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2.xml"/></Relationships>
</file>

<file path=customXml/_rels/item1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3.xml"/></Relationships>
</file>

<file path=customXml/_rels/item1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4.xml"/></Relationships>
</file>

<file path=customXml/_rels/item1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5.xml"/></Relationships>
</file>

<file path=customXml/_rels/item1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6.xml"/></Relationships>
</file>

<file path=customXml/_rels/item1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7.xml"/></Relationships>
</file>

<file path=customXml/_rels/item1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8.xml"/></Relationships>
</file>

<file path=customXml/_rels/item1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9.xml"/></Relationships>
</file>

<file path=customXml/_rels/item1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0.xml"/></Relationships>
</file>

<file path=customXml/_rels/item1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1.xml"/></Relationships>
</file>

<file path=customXml/_rels/item1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2.xml"/></Relationships>
</file>

<file path=customXml/_rels/item1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3.xml"/></Relationships>
</file>

<file path=customXml/_rels/item1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4.xml"/></Relationships>
</file>

<file path=customXml/_rels/item1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5.xml"/></Relationships>
</file>

<file path=customXml/_rels/item1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6.xml"/></Relationships>
</file>

<file path=customXml/_rels/item1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7.xml"/></Relationships>
</file>

<file path=customXml/_rels/item1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8.xml"/></Relationships>
</file>

<file path=customXml/_rels/item1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9.xml"/></Relationships>
</file>

<file path=customXml/_rels/item1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0.xml"/></Relationships>
</file>

<file path=customXml/_rels/item1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1.xml"/></Relationships>
</file>

<file path=customXml/_rels/item1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2.xml"/></Relationships>
</file>

<file path=customXml/_rels/item1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3.xml"/></Relationships>
</file>

<file path=customXml/_rels/item1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4.xml"/></Relationships>
</file>

<file path=customXml/_rels/item1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5.xml"/></Relationships>
</file>

<file path=customXml/item1.xml><?xml version="1.0" encoding="utf-8"?>
<TemplafySlideTemplateConfiguration><![CDATA[{"slideVersion":1,"isValidatorEnabled":false,"isLocked":false,"elementsMetadata":[],"slideId":"1480204099429072961","enableDocumentContentUpdater":false,"version":"2.0"}]]></TemplafySlideTemplate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TemplateConfiguration><![CDATA[{"slideVersion":1,"isValidatorEnabled":false,"isLocked":false,"elementsMetadata":[],"slideId":"1480204099429072933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TemplateConfiguration><![CDATA[{"slideVersion":1,"isValidatorEnabled":false,"isLocked":false,"elementsMetadata":[],"slideId":"1480204099429072964","enableDocumentContentUpdater":false,"version":"2.0"}]]></TemplafySlideTemplate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TemplateConfiguration><![CDATA[{"elementsMetadata":[{"type":"shape","id":"b9c9f60e-a202-41c6-977a-2c50b6b6bbba","elementConfiguration":{"type":"text","disableUpdates":false}},{"type":"shape","id":"35d0ee82-b9c0-4e37-b31b-01896c88a511","elementConfiguration":{"binding":"{{FormatDateTime(Now(),Translate(\"Format_CustomD\",UserProfile.DocumentLanguage.Language.Language),UserProfile.DocumentLanguage.Language.Language)}}","visibility":"","type":"text","disableUpdates":false}},{"type":"shape","id":"af04734d-5c8b-4284-babb-4c50e3a59b4c","elementConfiguration":{"binding":"{{UserProfile.Name}}","type":"text","disableUpdates":false}},{"type":"shape","id":"558fe9e8-a2db-4854-9d7e-7c25ff21ab0b","elementConfiguration":{"visibility":"{{IfElse(Equals(Form.Privacy_Information.Name, \"Highly Confidential\"), VisibilityType.Visible, VisibilityType.Hidden)}}","type":"text","disableUpdates":false}},{"type":"shape","id":"1efe108f-4c60-4820-bf02-2e53e7a42884","elementConfiguration":{"visibility":"{{IfElse(Equals(Form.Privacy_Information.Name, \"Confidential\"), VisibilityType.Visible, VisibilityType.Hidden)}}","type":"text","disableUpdates":false}},{"type":"shape","id":"7abd068b-a4ce-4f78-b201-191b1d5ff397","elementConfiguration":{"visibility":"{{IfElse(Equals(Form.Privacy_Information.Name, \"General\"), VisibilityType.Visible, VisibilityType.Hidden)}}","type":"text","disableUpdates":false}},{"type":"shape","id":"842a7cf7-f29e-40d2-8d65-efb4a78c89e9","elementConfiguration":{"visibility":"{{IfElse(Equals(Form.Privacy_Information.Name, \"Public\"), VisibilityType.Visible, VisibilityType.Hidden)}}","type":"text","disableUpdates":false}},{"type":"shape","id":"425d340e-7bfc-4685-b2d0-ed996d007090","elementConfiguration":{"visibility":"{{IfElse(Equals(Form.Privacy_Information.Name, \"Highly Confidential\"), VisibilityType.Visible, VisibilityType.Hidden)}}","type":"text","disableUpdates":false}},{"type":"shape","id":"b3fe5475-1c13-49cc-9f86-d88c4995a354","elementConfiguration":{"visibility":"{{IfElse(Equals(Form.Privacy_Information.Name, \"Confidential\"), VisibilityType.Visible, VisibilityType.Hidden)}}","type":"text","disableUpdates":false}},{"type":"shape","id":"f5eea981-aefe-4cb0-8211-b918a14b5a15","elementConfiguration":{"visibility":"{{IfElse(Equals(Form.Privacy_Information.Name, \"General\"), VisibilityType.Visible, VisibilityType.Hidden)}}","type":"text","disableUpdates":false}},{"type":"shape","id":"9081ab6c-a915-48f5-ad45-6e1e44995221","elementConfiguration":{"visibility":"{{IfElse(Equals(Form.Privacy_Information.Name, \"Public\"), VisibilityType.Visible, VisibilityType.Hidden)}}","type":"text","disableUpdates":false}},{"type":"shape","id":"610251bb-1c41-4bb4-a4e4-b687da0fa0e8","elementConfiguration":{"visibility":"{{IfElse(Equals(Form.Privacy_Information.Name, \"Highly Confidential\"), VisibilityType.Visible, VisibilityType.Hidden)}}","type":"text","disableUpdates":false}},{"type":"shape","id":"685e317d-51da-495e-bcf5-d295d2e808c4","elementConfiguration":{"visibility":"{{IfElse(Equals(Form.Privacy_Information.Name, \"Confidential\"), VisibilityType.Visible, VisibilityType.Hidden)}}","type":"text","disableUpdates":false}},{"type":"shape","id":"f0eea027-2678-433b-92ea-b18caffa0dce","elementConfiguration":{"visibility":"{{IfElse(Equals(Form.Privacy_Information.Name, \"General\"), VisibilityType.Visible, VisibilityType.Hidden)}}","type":"text","disableUpdates":false}},{"type":"shape","id":"c5a58f47-aef3-41fa-87bd-3f28932c068d","elementConfiguration":{"visibility":"{{IfElse(Equals(Form.Privacy_Information.Name, \"Public\"), VisibilityType.Visible, VisibilityType.Hidden)}}","type":"text","disableUpdates":false}},{"type":"shape","id":"fa6eb347-6f1a-41a5-86ab-f3ed2331dc4f","elementConfiguration":{"binding":"{{FormatDateTime(Now(),Translate(\"Format_CustomD\",UserProfile.DocumentLanguage.Language.Language),UserProfile.DocumentLanguage.Language.Language)}}","visibility":"","type":"text","disableUpdates":false}},{"type":"shape","id":"1c996d7c-1d8e-4a3f-b2e1-cfce78d0281c","elementConfiguration":{"type":"text","disableUpdates":false}},{"type":"shape","id":"bbc6435c-78b3-4e83-82f4-fa97de65b29d","elementConfiguration":{"binding":"{{UserProfile.Name}}","type":"text","disableUpdates":false}},{"type":"shape","id":"df2bbf1d-a17f-446d-b874-21c0cad9b214","elementConfiguration":{"binding":"{{FormatDateTime(Now(),Translate(\"Format_CustomD\",UserProfile.DocumentLanguage.Language.Language),UserProfile.DocumentLanguage.Language.Language)}}","visibility":"","type":"text","disableUpdates":false}},{"type":"shape","id":"7453f512-fe25-448d-aeca-165ef7d1bc6f","elementConfiguration":{"type":"text","disableUpdates":false}},{"type":"shape","id":"14eb11d6-1d84-46b2-9faa-f33aade495f4","elementConfiguration":{"binding":"{{UserProfile.Name}}","type":"text","disableUpdates":false}},{"type":"shape","id":"2aadfe5e-eee6-4d34-951d-2572b44727d5","elementConfiguration":{"visibility":"{{IfElse(Equals(Form.Privacy_Information.Name, \"Highly Confidential\"), VisibilityType.Visible, VisibilityType.Hidden)}}","type":"text","disableUpdates":false}},{"type":"shape","id":"22f04441-80bc-4991-b41e-277bd813d087","elementConfiguration":{"visibility":"{{IfElse(Equals(Form.Privacy_Information.Name, \"Confidential\"), VisibilityType.Visible, VisibilityType.Hidden)}}","type":"text","disableUpdates":false}},{"type":"shape","id":"fba74629-e33a-4ee7-aaac-8211618a892a","elementConfiguration":{"visibility":"{{IfElse(Equals(Form.Privacy_Information.Name, \"General\"), VisibilityType.Visible, VisibilityType.Hidden)}}","type":"text","disableUpdates":false}},{"type":"shape","id":"7180391f-48c2-43de-ab25-c7939b6c8cd9","elementConfiguration":{"visibility":"{{IfElse(Equals(Form.Privacy_Information.Name, \"Public\"), VisibilityType.Visible, VisibilityType.Hidden)}}","type":"text","disableUpdates":false}},{"type":"shape","id":"7b3ad3c9-70c3-4447-a8b0-776bcfaae48f","elementConfiguration":{"binding":"{{FormatDateTime(Now(),Translate(\"Format_CustomD\",UserProfile.DocumentLanguage.Language.Language),UserProfile.DocumentLanguage.Language.Language)}}","visibility":"","type":"text","disableUpdates":false}},{"type":"shape","id":"b1874bbb-97ef-4e61-ad5f-36dc19b7f989","elementConfiguration":{"type":"text","disableUpdates":false}},{"type":"shape","id":"b1d832d3-6988-4aa1-ba8c-433387221732","elementConfiguration":{"binding":"{{UserProfile.Name}}","type":"text","disableUpdates":false}},{"type":"shape","id":"75ff590f-65b8-4387-a61a-3d297c149663","elementConfiguration":{"visibility":"{{IfElse(Equals(Form.Privacy_Information.Name, \"Highly Confidential\"), VisibilityType.Visible, VisibilityType.Hidden)}}","type":"text","disableUpdates":false}},{"type":"shape","id":"3db42456-7fb4-43c3-b013-ca7f0cd76140","elementConfiguration":{"visibility":"{{IfElse(Equals(Form.Privacy_Information.Name, \"Confidential\"), VisibilityType.Visible, VisibilityType.Hidden)}}","type":"text","disableUpdates":false}},{"type":"shape","id":"8ef51664-341b-46dd-9894-c9c052ef2031","elementConfiguration":{"visibility":"{{IfElse(Equals(Form.Privacy_Information.Name, \"General\"), VisibilityType.Visible, VisibilityType.Hidden)}}","type":"text","disableUpdates":false}},{"type":"shape","id":"9df4ba84-cc1c-40ea-abfe-7db786986830","elementConfiguration":{"visibility":"{{IfElse(Equals(Form.Privacy_Information.Name, \"Public\"), VisibilityType.Visible, VisibilityType.Hidden)}}","type":"text","disableUpdates":false}}],"transformationConfigurations":[],"templateName":"Bid_Template_EN_2025","templateDescription":"V.1.2","enableDocumentContentUpdater":true,"version":"2.0"}]]></Templafy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],"slideId":"1480204099429072923","enableDocumentContentUpdater":false,"version":"2.0"}]]></TemplafySlideTemplateConfiguration>
</file>

<file path=customXml/item10.xml><?xml version="1.0" encoding="utf-8"?>
<TemplafySlideTemplateConfiguration><![CDATA[{"slideVersion":1,"isValidatorEnabled":false,"isLocked":false,"elementsMetadata":[],"slideId":"1480204099429072952","enableDocumentContentUpdater":false,"version":"2.0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slideVersion":1,"isValidatorEnabled":false,"isLocked":false,"elementsMetadata":[],"slideId":"1480204099429072967","enableDocumentContentUpdater":false,"version":"2.0"}]]></TemplafySlideTemplateConfiguration>
</file>

<file path=customXml/item14.xml><?xml version="1.0" encoding="utf-8"?>
<TemplafySlideTemplateConfiguration><![CDATA[{"slideVersion":1,"isValidatorEnabled":false,"isLocked":false,"elementsMetadata":[],"slideId":"1480204099429072913","enableDocumentContentUpdater":false,"version":"2.0"}]]></TemplafySlideTemplateConfiguration>
</file>

<file path=customXml/item15.xml><?xml version="1.0" encoding="utf-8"?>
<TemplafySlideFormConfiguration><![CDATA[{"formFields":[],"formDataEntries":[]}]]></TemplafySlideForm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slideVersion":1,"isValidatorEnabled":false,"isLocked":false,"elementsMetadata":[],"slideId":"1480204099429072926","enableDocumentContentUpdater":false,"version":"2.0"}]]></TemplafySlideTemplateConfiguration>
</file>

<file path=customXml/item18.xml><?xml version="1.0" encoding="utf-8"?>
<TemplafySlideTemplateConfiguration><![CDATA[{"slideVersion":1,"isValidatorEnabled":false,"isLocked":false,"elementsMetadata":[],"slideId":"1480204099429072978","enableDocumentContentUpdater":false,"version":"2.0"}]]></TemplafySlideTemplateConfiguration>
</file>

<file path=customXml/item19.xml><?xml version="1.0" encoding="utf-8"?>
<TemplafySlideTemplateConfiguration><![CDATA[{"slideVersion":1,"isValidatorEnabled":false,"isLocked":false,"elementsMetadata":[],"slideId":"1480204099429072937","enableDocumentContentUpdater":false,"version":"2.0"}]]></TemplafySlideTemplateConfiguration>
</file>

<file path=customXml/item20.xml><?xml version="1.0" encoding="utf-8"?>
<TemplafySlideFormConfiguration><![CDATA[{"formFields":[{"distinct":false,"hideIfNoUserInteractionRequired":false,"required":true,"autoSelectFirstOption":false,"shareValue":false,"type":"dropDown","dataSourceName":"PrivacyInformation","dataSourceFieldName":"PrivacyInformation","name":"Privacy_Information","label":"Privacy"}],"formDataEntries":[]}]]></TemplafySlideForm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FormConfiguration><![CDATA[{"formFields":[],"formDataEntries":[]}]]></TemplafySlideFormConfiguration>
</file>

<file path=customXml/item23.xml><?xml version="1.0" encoding="utf-8"?>
<TemplafySlideTemplateConfiguration><![CDATA[{"slideVersion":1,"isValidatorEnabled":false,"isLocked":false,"elementsMetadata":[],"slideId":"1480204099429072931","enableDocumentContentUpdater":false,"version":"2.0"}]]></TemplafySlideTemplateConfiguration>
</file>

<file path=customXml/item24.xml><?xml version="1.0" encoding="utf-8"?>
<TemplafySlideFormConfiguration><![CDATA[{"formFields":[],"formDataEntries":[]}]]></TemplafySlideFormConfiguration>
</file>

<file path=customXml/item25.xml><?xml version="1.0" encoding="utf-8"?>
<TemplafySlideTemplateConfiguration><![CDATA[{"slideVersion":1,"isValidatorEnabled":false,"isLocked":false,"elementsMetadata":[],"slideId":"1480204099429072946","enableDocumentContentUpdater":false,"version":"2.0"}]]></TemplafySlideTemplateConfiguration>
</file>

<file path=customXml/item26.xml><?xml version="1.0" encoding="utf-8"?>
<TemplafySlideTemplateConfiguration><![CDATA[{"slideVersion":1,"isValidatorEnabled":false,"isLocked":false,"elementsMetadata":[],"slideId":"1480204099429072969","enableDocumentContentUpdater":false,"version":"2.0"}]]></TemplafySlideTemplateConfiguration>
</file>

<file path=customXml/item27.xml><?xml version="1.0" encoding="utf-8"?>
<TemplafySlideFormConfiguration><![CDATA[{"formFields":[],"formDataEntries":[]}]]></TemplafySlideForm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TemplafySlideTemplateConfiguration><![CDATA[{"slideVersion":1,"isValidatorEnabled":false,"isLocked":false,"elementsMetadata":[],"slideId":"1480204099429072949","enableDocumentContentUpdater":false,"version":"2.0"}]]></TemplafySlideTemplateConfiguration>
</file>

<file path=customXml/item3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D8E6AD952BA74A855EB02C79D83CD1" ma:contentTypeVersion="21" ma:contentTypeDescription="Een nieuw document maken." ma:contentTypeScope="" ma:versionID="70c7e8f7f8dec0797a309982e418a14f">
  <xsd:schema xmlns:xsd="http://www.w3.org/2001/XMLSchema" xmlns:xs="http://www.w3.org/2001/XMLSchema" xmlns:p="http://schemas.microsoft.com/office/2006/metadata/properties" xmlns:ns2="2f7262f3-19e3-4c38-834c-996e2cec5b6c" xmlns:ns3="6b2685c3-cb74-402e-89a3-cd359bd59e48" targetNamespace="http://schemas.microsoft.com/office/2006/metadata/properties" ma:root="true" ma:fieldsID="dcf1b6941baf25605f9a06755b8e3dd4" ns2:_="" ns3:_="">
    <xsd:import namespace="2f7262f3-19e3-4c38-834c-996e2cec5b6c"/>
    <xsd:import namespace="6b2685c3-cb74-402e-89a3-cd359bd59e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Onderwerp" minOccurs="0"/>
                <xsd:element ref="ns2:Behandelaa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7262f3-19e3-4c38-834c-996e2cec5b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Onderwerp" ma:index="17" nillable="true" ma:displayName="Onderwerp" ma:format="Dropdown" ma:internalName="Onderwerp">
      <xsd:simpleType>
        <xsd:restriction base="dms:Note">
          <xsd:maxLength value="255"/>
        </xsd:restriction>
      </xsd:simpleType>
    </xsd:element>
    <xsd:element name="Behandelaar" ma:index="18" nillable="true" ma:displayName="Behandelaar" ma:format="Dropdown" ma:internalName="Behandelaar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Afbeeldingtags" ma:readOnly="false" ma:fieldId="{5cf76f15-5ced-4ddc-b409-7134ff3c332f}" ma:taxonomyMulti="true" ma:sspId="abf9d911-60e3-4694-aed6-bc66dbc4c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2685c3-cb74-402e-89a3-cd359bd59e48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98d5de34-ad4f-44a5-8d4b-69f89eec7447}" ma:internalName="TaxCatchAll" ma:showField="CatchAllData" ma:web="6b2685c3-cb74-402e-89a3-cd359bd59e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2.xml><?xml version="1.0" encoding="utf-8"?>
<TemplafySlideTemplateConfiguration><![CDATA[{"slideVersion":1,"isValidatorEnabled":false,"isLocked":false,"elementsMetadata":[],"slideId":"1480204099429072950","enableDocumentContentUpdater":false,"version":"2.0"}]]></TemplafySlideTemplateConfiguration>
</file>

<file path=customXml/item33.xml><?xml version="1.0" encoding="utf-8"?>
<TemplafySlideFormConfiguration><![CDATA[{"formFields":[],"formDataEntries":[]}]]></TemplafySlideFormConfiguration>
</file>

<file path=customXml/item34.xml><?xml version="1.0" encoding="utf-8"?>
<TemplafySlideFormConfiguration><![CDATA[{"formFields":[],"formDataEntries":[]}]]></TemplafySlideFormConfiguration>
</file>

<file path=customXml/item35.xml><?xml version="1.0" encoding="utf-8"?>
<TemplafySlideTemplateConfiguration><![CDATA[{"slideVersion":1,"isValidatorEnabled":false,"isLocked":false,"elementsMetadata":[],"slideId":"1480204099429072896","enableDocumentContentUpdater":false,"version":"2.0"}]]></TemplafySlideTemplateConfiguration>
</file>

<file path=customXml/item36.xml><?xml version="1.0" encoding="utf-8"?>
<TemplafySlideFormConfiguration><![CDATA[{"formFields":[],"formDataEntries":[]}]]></TemplafySlideFormConfiguration>
</file>

<file path=customXml/item37.xml><?xml version="1.0" encoding="utf-8"?>
<TemplafySlideTemplateConfiguration><![CDATA[{"slideVersion":1,"isValidatorEnabled":false,"isLocked":false,"elementsMetadata":[],"slideId":"1480204099429072975","enableDocumentContentUpdater":false,"version":"2.0"}]]></TemplafySlideTemplateConfiguration>
</file>

<file path=customXml/item38.xml><?xml version="1.0" encoding="utf-8"?>
<TemplafySlideTemplateConfiguration><![CDATA[{"slideVersion":1,"isValidatorEnabled":false,"isLocked":false,"elementsMetadata":[],"slideId":"1480204099429072929","enableDocumentContentUpdater":false,"version":"2.0"}]]></TemplafySlideTemplateConfiguration>
</file>

<file path=customXml/item39.xml><?xml version="1.0" encoding="utf-8"?>
<TemplafySlideFormConfiguration><![CDATA[{"formFields":[],"formDataEntries":[]}]]></TemplafySlideFormConfiguration>
</file>

<file path=customXml/item40.xml><?xml version="1.0" encoding="utf-8"?>
<TemplafySlideFormConfiguration><![CDATA[{"formFields":[],"formDataEntries":[]}]]></TemplafySlideFormConfiguration>
</file>

<file path=customXml/item41.xml><?xml version="1.0" encoding="utf-8"?>
<TemplafySlideFormConfiguration><![CDATA[{"formFields":[],"formDataEntries":[]}]]></TemplafySlideFormConfiguration>
</file>

<file path=customXml/item42.xml><?xml version="1.0" encoding="utf-8"?>
<TemplafySlideFormConfiguration><![CDATA[{"formFields":[],"formDataEntries":[]}]]></TemplafySlideFormConfiguration>
</file>

<file path=customXml/item43.xml><?xml version="1.0" encoding="utf-8"?>
<TemplafySlideTemplateConfiguration><![CDATA[{"slideVersion":1,"isValidatorEnabled":false,"isLocked":false,"elementsMetadata":[],"slideId":"1480204099429072959","enableDocumentContentUpdater":false,"version":"2.0"}]]></TemplafySlideTemplateConfiguration>
</file>

<file path=customXml/item44.xml><?xml version="1.0" encoding="utf-8"?>
<TemplafySlideTemplateConfiguration><![CDATA[{"slideVersion":1,"isValidatorEnabled":false,"isLocked":false,"elementsMetadata":[],"slideId":"1480204099429072910","enableDocumentContentUpdater":false,"version":"2.0"}]]></TemplafySlideTemplateConfiguration>
</file>

<file path=customXml/item45.xml><?xml version="1.0" encoding="utf-8"?>
<TemplafySlideFormConfiguration><![CDATA[{"formFields":[],"formDataEntries":[]}]]></TemplafySlideFormConfiguration>
</file>

<file path=customXml/item46.xml><?xml version="1.0" encoding="utf-8"?>
<TemplafySlideTemplateConfiguration><![CDATA[{"slideVersion":1,"isValidatorEnabled":false,"isLocked":false,"elementsMetadata":[],"slideId":"1480204099429072951","enableDocumentContentUpdater":false,"version":"2.0"}]]></TemplafySlideTemplateConfiguration>
</file>

<file path=customXml/item47.xml><?xml version="1.0" encoding="utf-8"?>
<TemplafySlideTemplateConfiguration><![CDATA[{"slideVersion":1,"isValidatorEnabled":false,"isLocked":false,"elementsMetadata":[],"slideId":"1480204099429072965","enableDocumentContentUpdater":false,"version":"2.0"}]]></TemplafySlideTemplateConfiguration>
</file>

<file path=customXml/item48.xml><?xml version="1.0" encoding="utf-8"?>
<TemplafySlideFormConfiguration><![CDATA[{"formFields":[],"formDataEntries":[]}]]></TemplafySlideFormConfiguration>
</file>

<file path=customXml/item49.xml><?xml version="1.0" encoding="utf-8"?>
<TemplafySlideTemplateConfiguration><![CDATA[{"slideVersion":1,"isValidatorEnabled":false,"isLocked":false,"elementsMetadata":[],"slideId":"1480204099429072953","enableDocumentContentUpdater":false,"version":"2.0"}]]></TemplafySlideTemplateConfiguration>
</file>

<file path=customXml/item50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1.xml><?xml version="1.0" encoding="utf-8"?>
<TemplafySlideFormConfiguration><![CDATA[{"formFields":[],"formDataEntries":[]}]]></TemplafySlideFormConfiguration>
</file>

<file path=customXml/item52.xml><?xml version="1.0" encoding="utf-8"?>
<TemplafySlideFormConfiguration><![CDATA[{"formFields":[],"formDataEntries":[]}]]></TemplafySlideFormConfiguration>
</file>

<file path=customXml/item53.xml><?xml version="1.0" encoding="utf-8"?>
<TemplafySlideFormConfiguration><![CDATA[{"formFields":[],"formDataEntries":[]}]]></TemplafySlideFormConfiguration>
</file>

<file path=customXml/item54.xml><?xml version="1.0" encoding="utf-8"?>
<TemplafySlideFormConfiguration><![CDATA[{"formFields":[],"formDataEntries":[]}]]></TemplafySlideFormConfiguration>
</file>

<file path=customXml/item55.xml><?xml version="1.0" encoding="utf-8"?>
<TemplafySlideFormConfiguration><![CDATA[{"formFields":[],"formDataEntries":[]}]]></TemplafySlideFormConfiguration>
</file>

<file path=customXml/item56.xml><?xml version="1.0" encoding="utf-8"?>
<TemplafySlideFormConfiguration><![CDATA[{"formFields":[],"formDataEntries":[]}]]></TemplafySlideFormConfiguration>
</file>

<file path=customXml/item57.xml><?xml version="1.0" encoding="utf-8"?>
<TemplafySlideTemplateConfiguration><![CDATA[{"slideVersion":1,"isValidatorEnabled":false,"isLocked":false,"elementsMetadata":[],"slideId":"1480204099429072944","enableDocumentContentUpdater":false,"version":"2.0"}]]></TemplafySlideTemplateConfiguration>
</file>

<file path=customXml/item58.xml><?xml version="1.0" encoding="utf-8"?>
<TemplafySlideTemplateConfiguration><![CDATA[{"slideVersion":1,"isValidatorEnabled":false,"isLocked":false,"elementsMetadata":[],"slideId":"1480204099429072954","enableDocumentContentUpdater":false,"version":"2.0"}]]></TemplafySlideTemplateConfiguration>
</file>

<file path=customXml/item59.xml><?xml version="1.0" encoding="utf-8"?>
<TemplafySlideFormConfiguration><![CDATA[{"formFields":[],"formDataEntries":[]}]]></TemplafySlideFormConfiguration>
</file>

<file path=customXml/item60.xml><?xml version="1.0" encoding="utf-8"?>
<TemplafySlideTemplateConfiguration><![CDATA[{"slideVersion":1,"isValidatorEnabled":false,"isLocked":false,"elementsMetadata":[],"slideId":"1480204099429072936","enableDocumentContentUpdater":false,"version":"2.0"}]]></TemplafySlideTemplateConfiguration>
</file>

<file path=customXml/item61.xml><?xml version="1.0" encoding="utf-8"?>
<TemplafySlideTemplateConfiguration><![CDATA[{"slideVersion":1,"isValidatorEnabled":false,"isLocked":false,"elementsMetadata":[],"slideId":"1480204099429072979","enableDocumentContentUpdater":false,"version":"2.0"}]]></TemplafySlideTemplateConfiguration>
</file>

<file path=customXml/item62.xml><?xml version="1.0" encoding="utf-8"?>
<TemplafySlideTemplateConfiguration><![CDATA[{"slideVersion":1,"isValidatorEnabled":false,"isLocked":false,"elementsMetadata":[],"slideId":"1480204099429072968","enableDocumentContentUpdater":false,"version":"2.0"}]]></TemplafySlideTemplateConfiguration>
</file>

<file path=customXml/item63.xml><?xml version="1.0" encoding="utf-8"?>
<TemplafySlideFormConfiguration><![CDATA[{"formFields":[],"formDataEntries":[]}]]></TemplafySlideFormConfiguration>
</file>

<file path=customXml/item64.xml><?xml version="1.0" encoding="utf-8"?>
<TemplafySlideFormConfiguration><![CDATA[{"formFields":[],"formDataEntries":[]}]]></TemplafySlideFormConfiguration>
</file>

<file path=customXml/item65.xml><?xml version="1.0" encoding="utf-8"?>
<TemplafySlideFormConfiguration><![CDATA[{"formFields":[],"formDataEntries":[]}]]></TemplafySlideFormConfiguration>
</file>

<file path=customXml/item66.xml><?xml version="1.0" encoding="utf-8"?>
<TemplafySlideTemplateConfiguration><![CDATA[{"slideVersion":1,"isValidatorEnabled":false,"isLocked":false,"elementsMetadata":[],"slideId":"1480204099429072973","enableDocumentContentUpdater":false,"version":"2.0"}]]></TemplafySlideTemplateConfiguration>
</file>

<file path=customXml/item67.xml><?xml version="1.0" encoding="utf-8"?>
<TemplafySlideTemplateConfiguration><![CDATA[{"slideVersion":1,"isValidatorEnabled":false,"isLocked":false,"elementsMetadata":[],"slideId":"1480204099429072897","enableDocumentContentUpdater":false,"version":"2.0"}]]></TemplafySlideTemplateConfiguration>
</file>

<file path=customXml/item68.xml><?xml version="1.0" encoding="utf-8"?>
<TemplafySlideFormConfiguration><![CDATA[{"formFields":[],"formDataEntries":[]}]]></TemplafySlideFormConfiguration>
</file>

<file path=customXml/item69.xml><?xml version="1.0" encoding="utf-8"?>
<TemplafySlideFormConfiguration><![CDATA[{"formFields":[],"formDataEntries":[]}]]></TemplafySlideFormConfiguration>
</file>

<file path=customXml/item70.xml><?xml version="1.0" encoding="utf-8"?>
<TemplafySlideTemplateConfiguration><![CDATA[{"slideVersion":1,"isValidatorEnabled":false,"isLocked":false,"elementsMetadata":[],"slideId":"1480204099429072957","enableDocumentContentUpdater":false,"version":"2.0"}]]></TemplafySlideTemplateConfiguration>
</file>

<file path=customXml/item71.xml><?xml version="1.0" encoding="utf-8"?>
<TemplafySlideTemplateConfiguration><![CDATA[{"slideVersion":1,"isValidatorEnabled":false,"isLocked":false,"elementsMetadata":[],"slideId":"1480204099429072906","enableDocumentContentUpdater":false,"version":"2.0"}]]></TemplafySlideTemplateConfiguration>
</file>

<file path=customXml/item72.xml><?xml version="1.0" encoding="utf-8"?>
<TemplafySlideFormConfiguration><![CDATA[{"formFields":[],"formDataEntries":[]}]]></TemplafySlideFormConfiguration>
</file>

<file path=customXml/item73.xml><?xml version="1.0" encoding="utf-8"?>
<TemplafySlideTemplateConfiguration><![CDATA[{"slideVersion":1,"isValidatorEnabled":false,"isLocked":false,"elementsMetadata":[],"slideId":"1480204099429072902","enableDocumentContentUpdater":false,"version":"2.0"}]]></TemplafySlideTemplateConfiguration>
</file>

<file path=customXml/item74.xml><?xml version="1.0" encoding="utf-8"?>
<TemplafySlideFormConfiguration><![CDATA[{"formFields":[],"formDataEntries":[]}]]></TemplafySlideFormConfiguration>
</file>

<file path=customXml/item75.xml><?xml version="1.0" encoding="utf-8"?>
<TemplafySlideFormConfiguration><![CDATA[{"formFields":[],"formDataEntries":[]}]]></TemplafySlideFormConfiguration>
</file>

<file path=customXml/item76.xml><?xml version="1.0" encoding="utf-8"?>
<TemplafySlideFormConfiguration><![CDATA[{"formFields":[],"formDataEntries":[]}]]></TemplafySlideFormConfiguration>
</file>

<file path=customXml/item77.xml><?xml version="1.0" encoding="utf-8"?>
<TemplafySlideFormConfiguration><![CDATA[{"formFields":[],"formDataEntries":[]}]]></TemplafySlideFormConfiguration>
</file>

<file path=customXml/item78.xml><?xml version="1.0" encoding="utf-8"?>
<TemplafySlideTemplateConfiguration><![CDATA[{"slideVersion":1,"isValidatorEnabled":false,"isLocked":false,"elementsMetadata":[],"slideId":"1480204099429072966","enableDocumentContentUpdater":false,"version":"2.0"}]]></TemplafySlideTemplateConfiguration>
</file>

<file path=customXml/item79.xml><?xml version="1.0" encoding="utf-8"?>
<TemplafySlideTemplateConfiguration><![CDATA[{"slideVersion":1,"isValidatorEnabled":false,"isLocked":false,"elementsMetadata":[],"slideId":"1480204099429072918","enableDocumentContentUpdater":false,"version":"2.0"}]]></TemplafySlideTemplateConfiguration>
</file>

<file path=customXml/item80.xml><?xml version="1.0" encoding="utf-8"?>
<TemplafySlideFormConfiguration><![CDATA[{"formFields":[],"formDataEntries":[]}]]></TemplafySlideFormConfiguration>
</file>

<file path=customXml/item81.xml><?xml version="1.0" encoding="utf-8"?>
<TemplafySlideTemplateConfiguration><![CDATA[{"slideVersion":1,"isValidatorEnabled":false,"isLocked":false,"elementsMetadata":[],"slideId":"1480204099429072939","enableDocumentContentUpdater":false,"version":"2.0"}]]></TemplafySlideTemplateConfiguration>
</file>

<file path=customXml/item82.xml><?xml version="1.0" encoding="utf-8"?>
<TemplafySlideTemplateConfiguration><![CDATA[{"slideVersion":1,"isValidatorEnabled":false,"isLocked":false,"elementsMetadata":[],"slideId":"1480204099429072908","enableDocumentContentUpdater":false,"version":"2.0"}]]></TemplafySlideTemplateConfiguration>
</file>

<file path=customXml/item83.xml><?xml version="1.0" encoding="utf-8"?>
<TemplafySlideTemplateConfiguration><![CDATA[{"slideVersion":1,"isValidatorEnabled":false,"isLocked":false,"elementsMetadata":[],"slideId":"1480204099429072945","enableDocumentContentUpdater":false,"version":"2.0"}]]></TemplafySlideTemplateConfiguration>
</file>

<file path=customXml/item84.xml><?xml version="1.0" encoding="utf-8"?>
<TemplafySlideTemplateConfiguration><![CDATA[{"slideVersion":1,"isValidatorEnabled":false,"isLocked":false,"elementsMetadata":[],"slideId":"1480204099429072947","enableDocumentContentUpdater":false,"version":"2.0"}]]></TemplafySlideTemplateConfiguration>
</file>

<file path=customXml/item85.xml><?xml version="1.0" encoding="utf-8"?>
<TemplafySlideTemplateConfiguration><![CDATA[{"slideVersion":1,"isValidatorEnabled":false,"isLocked":false,"elementsMetadata":[],"slideId":"1480204099429072976","enableDocumentContentUpdater":false,"version":"2.0"}]]></TemplafySlideTemplateConfiguration>
</file>

<file path=customXml/item86.xml><?xml version="1.0" encoding="utf-8"?>
<TemplafySlideFormConfiguration><![CDATA[{"formFields":[],"formDataEntries":[]}]]></TemplafySlideFormConfiguration>
</file>

<file path=customXml/item87.xml><?xml version="1.0" encoding="utf-8"?>
<TemplafySlideTemplateConfiguration><![CDATA[{"slideVersion":1,"isValidatorEnabled":false,"isLocked":false,"elementsMetadata":[],"slideId":"1480204099429072941","enableDocumentContentUpdater":false,"version":"2.0"}]]></TemplafySlideTemplateConfiguration>
</file>

<file path=customXml/item88.xml><?xml version="1.0" encoding="utf-8"?>
<TemplafySlideTemplateConfiguration><![CDATA[{"slideVersion":1,"isValidatorEnabled":false,"isLocked":false,"elementsMetadata":[],"slideId":"1480204099429072921","enableDocumentContentUpdater":false,"version":"2.0"}]]></TemplafySlideTemplateConfiguration>
</file>

<file path=customXml/item89.xml><?xml version="1.0" encoding="utf-8"?>
<TemplafySlideTemplateConfiguration><![CDATA[{"slideVersion":1,"isValidatorEnabled":false,"isLocked":false,"elementsMetadata":[],"slideId":"1480204099429072928","enableDocumentContentUpdater":false,"version":"2.0"}]]></TemplafySlideTemplateConfiguration>
</file>

<file path=customXml/item90.xml><?xml version="1.0" encoding="utf-8"?>
<TemplafySlideFormConfiguration><![CDATA[{"formFields":[],"formDataEntries":[]}]]></TemplafySlideFormConfiguration>
</file>

<file path=customXml/item91.xml><?xml version="1.0" encoding="utf-8"?>
<TemplafySlideTemplateConfiguration><![CDATA[{"slideVersion":1,"isValidatorEnabled":false,"isLocked":false,"elementsMetadata":[],"slideId":"1480204099429072948","enableDocumentContentUpdater":false,"version":"2.0"}]]></TemplafySlideTemplateConfiguration>
</file>

<file path=customXml/item92.xml><?xml version="1.0" encoding="utf-8"?>
<TemplafySlideTemplateConfiguration><![CDATA[{"slideVersion":1,"isValidatorEnabled":false,"isLocked":false,"elementsMetadata":[{"type":"shape","elementConfiguration":{"visibility":"{{IfElse(Equals(Form.Privacy_Information.Name, \"Highly Confidential\"), VisibilityType.Visible, VisibilityType.Hidden)}}","type":"text","disableUpdates":false}},{"type":"shape","elementConfiguration":{"visibility":"{{IfElse(Equals(Form.Privacy_Information.Name, \"Confidential\"), VisibilityType.Visible, VisibilityType.Hidden)}}","type":"text","disableUpdates":false}},{"type":"shape","elementConfiguration":{"visibility":"{{IfElse(Equals(Form.Privacy_Information.Name, \"General\"), VisibilityType.Visible, VisibilityType.Hidden)}}","type":"text","disableUpdates":false}},{"type":"shape","elementConfiguration":{"visibility":"{{IfElse(Equals(Form.Privacy_Information.Name, \"Public\"), VisibilityType.Visible, VisibilityType.Hidden)}}","type":"text","disableUpdates":false}}],"slideId":"1480204099429072900","enableDocumentContentUpdater":false,"version":"2.0"}]]></TemplafySlideTemplateConfiguration>
</file>

<file path=customXml/item93.xml><?xml version="1.0" encoding="utf-8"?>
<TemplafySlideFormConfiguration><![CDATA[{"formFields":[],"formDataEntries":[]}]]></TemplafySlideFormConfiguration>
</file>

<file path=customXml/item94.xml><?xml version="1.0" encoding="utf-8"?>
<TemplafySlideFormConfiguration><![CDATA[{"formFields":[],"formDataEntries":[]}]]></TemplafySlideFormConfiguration>
</file>

<file path=customXml/item95.xml><?xml version="1.0" encoding="utf-8"?>
<TemplafySlideTemplateConfiguration><![CDATA[{"slideVersion":1,"isValidatorEnabled":false,"isLocked":false,"elementsMetadata":[],"slideId":"1480204099429072971","enableDocumentContentUpdater":false,"version":"2.0"}]]></TemplafySlideTemplateConfiguration>
</file>

<file path=customXml/item96.xml><?xml version="1.0" encoding="utf-8"?>
<TemplafySlideFormConfiguration><![CDATA[{"formFields":[],"formDataEntries":[]}]]></TemplafySlideFormConfiguration>
</file>

<file path=customXml/item97.xml><?xml version="1.0" encoding="utf-8"?>
<TemplafySlideTemplateConfiguration><![CDATA[{"slideVersion":1,"isValidatorEnabled":false,"isLocked":false,"elementsMetadata":[],"slideId":"1480204099429072960","enableDocumentContentUpdater":false,"version":"2.0"}]]></TemplafySlideTemplateConfiguration>
</file>

<file path=customXml/item98.xml><?xml version="1.0" encoding="utf-8"?>
<TemplafySlideTemplateConfiguration><![CDATA[{"slideVersion":1,"isValidatorEnabled":false,"isLocked":false,"elementsMetadata":[],"slideId":"1480204099429072909","enableDocumentContentUpdater":false,"version":"2.0"}]]></TemplafySlideTemplateConfiguration>
</file>

<file path=customXml/item99.xml><?xml version="1.0" encoding="utf-8"?>
<TemplafySlideTemplateConfiguration><![CDATA[{"slideVersion":1,"isValidatorEnabled":false,"isLocked":false,"elementsMetadata":[],"slideId":"1480204099429072974","enableDocumentContentUpdater":false,"version":"2.0"}]]></TemplafySlideTemplateConfiguration>
</file>

<file path=customXml/item100.xml><?xml version="1.0" encoding="utf-8"?>
<TemplafySlideTemplateConfiguration><![CDATA[{"slideVersion":1,"isValidatorEnabled":false,"isLocked":false,"elementsMetadata":[],"slideId":"1480204099429072958","enableDocumentContentUpdater":false,"version":"2.0"}]]></TemplafySlideTemplateConfiguration>
</file>

<file path=customXml/item101.xml><?xml version="1.0" encoding="utf-8"?>
<TemplafySlideFormConfiguration><![CDATA[{"formFields":[],"formDataEntries":[]}]]></TemplafySlideFormConfiguration>
</file>

<file path=customXml/item10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b2685c3-cb74-402e-89a3-cd359bd59e48" xsi:nil="true"/>
    <lcf76f155ced4ddcb4097134ff3c332f xmlns="2f7262f3-19e3-4c38-834c-996e2cec5b6c">
      <Terms xmlns="http://schemas.microsoft.com/office/infopath/2007/PartnerControls"/>
    </lcf76f155ced4ddcb4097134ff3c332f>
    <Behandelaar xmlns="2f7262f3-19e3-4c38-834c-996e2cec5b6c" xsi:nil="true"/>
    <Onderwerp xmlns="2f7262f3-19e3-4c38-834c-996e2cec5b6c" xsi:nil="true"/>
  </documentManagement>
</p:properties>
</file>

<file path=customXml/item103.xml><?xml version="1.0" encoding="utf-8"?>
<TemplafyFormConfiguration><![CDATA[{"formFields":[{"distinct":false,"hideIfNoUserInteractionRequired":false,"required":true,"autoSelectFirstOption":false,"shareValue":false,"type":"dropDown","dataSourceName":"PrivacyInformation","dataSourceFieldName":"PrivacyInformation","name":"Privacy_Information","label":"Privacy"}],"formDataEntries":[{"name":"Privacy_Information","value":"XAYoe5dzaxU1JjBtc348v4o4O1GY/px7eReQLaCzkaw="}]}]]></TemplafyFormConfiguration>
</file>

<file path=customXml/item104.xml><?xml version="1.0" encoding="utf-8"?>
<TemplafySlideTemplateConfiguration><![CDATA[{"slideVersion":1,"isValidatorEnabled":false,"isLocked":false,"elementsMetadata":[],"slideId":"1480204099429072962","enableDocumentContentUpdater":false,"version":"2.0"}]]></TemplafySlideTemplateConfiguration>
</file>

<file path=customXml/item105.xml><?xml version="1.0" encoding="utf-8"?>
<TemplafySlideTemplateConfiguration><![CDATA[{"slideVersion":1,"isValidatorEnabled":false,"isLocked":false,"elementsMetadata":[],"slideId":"1480204099429072963","enableDocumentContentUpdater":false,"version":"2.0"}]]></TemplafySlideTemplateConfiguration>
</file>

<file path=customXml/item106.xml><?xml version="1.0" encoding="utf-8"?>
<TemplafySlideFormConfiguration><![CDATA[{"formFields":[],"formDataEntries":[]}]]></TemplafySlideFormConfiguration>
</file>

<file path=customXml/item107.xml><?xml version="1.0" encoding="utf-8"?>
<TemplafySlideTemplateConfiguration><![CDATA[{"slideVersion":1,"isValidatorEnabled":false,"isLocked":false,"elementsMetadata":[],"slideId":"1480204099429072940","enableDocumentContentUpdater":false,"version":"2.0"}]]></TemplafySlideTemplateConfiguration>
</file>

<file path=customXml/item108.xml><?xml version="1.0" encoding="utf-8"?>
<TemplafySlideTemplateConfiguration><![CDATA[{"slideVersion":1,"isValidatorEnabled":false,"isLocked":false,"elementsMetadata":[],"slideId":"1480204099429072943","enableDocumentContentUpdater":false,"version":"2.0"}]]></TemplafySlideTemplateConfiguration>
</file>

<file path=customXml/item109.xml><?xml version="1.0" encoding="utf-8"?>
<TemplafySlideFormConfiguration><![CDATA[{"formFields":[],"formDataEntries":[]}]]></TemplafySlideFormConfiguration>
</file>

<file path=customXml/item110.xml><?xml version="1.0" encoding="utf-8"?>
<TemplafySlideTemplateConfiguration><![CDATA[{"slideVersion":1,"isValidatorEnabled":false,"isLocked":false,"elementsMetadata":[],"slideId":"1480204099429072942","enableDocumentContentUpdater":false,"version":"2.0"}]]></TemplafySlideTemplateConfiguration>
</file>

<file path=customXml/item111.xml><?xml version="1.0" encoding="utf-8"?>
<TemplafySlideFormConfiguration><![CDATA[{"formFields":[],"formDataEntries":[]}]]></TemplafySlideFormConfiguration>
</file>

<file path=customXml/item112.xml><?xml version="1.0" encoding="utf-8"?>
<TemplafySlideFormConfiguration><![CDATA[{"formFields":[],"formDataEntries":[]}]]></TemplafySlideFormConfiguration>
</file>

<file path=customXml/item113.xml><?xml version="1.0" encoding="utf-8"?>
<TemplafySlideFormConfiguration><![CDATA[{"formFields":[],"formDataEntries":[]}]]></TemplafySlideFormConfiguration>
</file>

<file path=customXml/item114.xml><?xml version="1.0" encoding="utf-8"?>
<TemplafySlideFormConfiguration><![CDATA[{"formFields":[],"formDataEntries":[]}]]></TemplafySlideFormConfiguration>
</file>

<file path=customXml/item115.xml><?xml version="1.0" encoding="utf-8"?>
<TemplafySlideTemplateConfiguration><![CDATA[{"slideVersion":1,"isValidatorEnabled":false,"isLocked":false,"elementsMetadata":[],"slideId":"1480204099429072920","enableDocumentContentUpdater":false,"version":"2.0"}]]></TemplafySlideTemplateConfiguration>
</file>

<file path=customXml/item116.xml><?xml version="1.0" encoding="utf-8"?>
<TemplafySlideFormConfiguration><![CDATA[{"formFields":[],"formDataEntries":[]}]]></TemplafySlideFormConfiguration>
</file>

<file path=customXml/item117.xml><?xml version="1.0" encoding="utf-8"?>
<TemplafySlideTemplateConfiguration><![CDATA[{"slideVersion":1,"isValidatorEnabled":false,"isLocked":false,"elementsMetadata":[],"slideId":"1480204099429072917","enableDocumentContentUpdater":false,"version":"2.0"}]]></TemplafySlideTemplateConfiguration>
</file>

<file path=customXml/item118.xml><?xml version="1.0" encoding="utf-8"?>
<TemplafySlideTemplateConfiguration><![CDATA[{"slideVersion":1,"isValidatorEnabled":false,"isLocked":false,"elementsMetadata":[],"slideId":"1480204099429072980","enableDocumentContentUpdater":false,"version":"2.0"}]]></TemplafySlideTemplateConfiguration>
</file>

<file path=customXml/item119.xml><?xml version="1.0" encoding="utf-8"?>
<TemplafySlideFormConfiguration><![CDATA[{"formFields":[],"formDataEntries":[]}]]></TemplafySlideFormConfiguration>
</file>

<file path=customXml/item120.xml><?xml version="1.0" encoding="utf-8"?>
<TemplafySlideTemplateConfiguration><![CDATA[{"slideVersion":1,"isValidatorEnabled":false,"isLocked":false,"elementsMetadata":[],"slideId":"1480204099429072970","enableDocumentContentUpdater":false,"version":"2.0"}]]></TemplafySlideTemplateConfiguration>
</file>

<file path=customXml/item121.xml><?xml version="1.0" encoding="utf-8"?>
<TemplafySlideFormConfiguration><![CDATA[{"formFields":[],"formDataEntries":[]}]]></TemplafySlideFormConfiguration>
</file>

<file path=customXml/item122.xml><?xml version="1.0" encoding="utf-8"?>
<TemplafySlideFormConfiguration><![CDATA[{"formFields":[],"formDataEntries":[]}]]></TemplafySlideFormConfiguration>
</file>

<file path=customXml/item123.xml><?xml version="1.0" encoding="utf-8"?>
<TemplafySlideFormConfiguration><![CDATA[{"formFields":[],"formDataEntries":[]}]]></TemplafySlideFormConfiguration>
</file>

<file path=customXml/item124.xml><?xml version="1.0" encoding="utf-8"?>
<TemplafySlideTemplateConfiguration><![CDATA[{"slideVersion":1,"isValidatorEnabled":false,"isLocked":false,"elementsMetadata":[],"slideId":"1480204099429072972","enableDocumentContentUpdater":false,"version":"2.0"}]]></TemplafySlideTemplateConfiguration>
</file>

<file path=customXml/item125.xml><?xml version="1.0" encoding="utf-8"?>
<TemplafySlideFormConfiguration><![CDATA[{"formFields":[],"formDataEntries":[]}]]></TemplafySlideFormConfiguration>
</file>

<file path=customXml/item126.xml><?xml version="1.0" encoding="utf-8"?>
<TemplafySlideFormConfiguration><![CDATA[{"formFields":[],"formDataEntries":[]}]]></TemplafySlideFormConfiguration>
</file>

<file path=customXml/item127.xml><?xml version="1.0" encoding="utf-8"?>
<TemplafySlideTemplateConfiguration><![CDATA[{"slideVersion":1,"isValidatorEnabled":false,"isLocked":false,"elementsMetadata":[],"slideId":"1480204099429072955","enableDocumentContentUpdater":false,"version":"2.0"}]]></TemplafySlideTemplateConfiguration>
</file>

<file path=customXml/item128.xml><?xml version="1.0" encoding="utf-8"?>
<TemplafySlideTemplateConfiguration><![CDATA[{"slideVersion":1,"isValidatorEnabled":false,"isLocked":false,"elementsMetadata":[],"slideId":"1480204099429072977","enableDocumentContentUpdater":false,"version":"2.0"}]]></TemplafySlideTemplateConfiguration>
</file>

<file path=customXml/item129.xml><?xml version="1.0" encoding="utf-8"?>
<TemplafySlideTemplateConfiguration><![CDATA[{"slideVersion":1,"isValidatorEnabled":false,"isLocked":false,"elementsMetadata":[],"slideId":"1480204099429072919","enableDocumentContentUpdater":false,"version":"2.0"}]]></TemplafySlideTemplateConfiguration>
</file>

<file path=customXml/item130.xml><?xml version="1.0" encoding="utf-8"?>
<TemplafySlideFormConfiguration><![CDATA[{"formFields":[],"formDataEntries":[]}]]></TemplafySlideFormConfiguration>
</file>

<file path=customXml/item131.xml><?xml version="1.0" encoding="utf-8"?>
<TemplafySlideFormConfiguration><![CDATA[{"formFields":[],"formDataEntries":[]}]]></TemplafySlideFormConfiguration>
</file>

<file path=customXml/item132.xml><?xml version="1.0" encoding="utf-8"?>
<TemplafySlideTemplateConfiguration><![CDATA[{"slideVersion":1,"isValidatorEnabled":false,"isLocked":false,"elementsMetadata":[],"slideId":"1480204099429072956","enableDocumentContentUpdater":false,"version":"2.0"}]]></TemplafySlideTemplateConfiguration>
</file>

<file path=customXml/item133.xml><?xml version="1.0" encoding="utf-8"?>
<TemplafySlideFormConfiguration><![CDATA[{"formFields":[],"formDataEntries":[]}]]></TemplafySlideFormConfiguration>
</file>

<file path=customXml/item134.xml><?xml version="1.0" encoding="utf-8"?>
<TemplafySlideFormConfiguration><![CDATA[{"formFields":[{"distinct":false,"hideIfNoUserInteractionRequired":false,"required":true,"autoSelectFirstOption":false,"shareValue":false,"type":"dropDown","dataSourceName":"PrivacyInformation","dataSourceFieldName":"PrivacyInformation","name":"Privacy_Information","label":"Privacy"}],"formDataEntries":[]}]]></TemplafySlideFormConfiguration>
</file>

<file path=customXml/item135.xml><?xml version="1.0" encoding="utf-8"?>
<TemplafySlideTemplateConfiguration><![CDATA[{"slideVersion":1,"isValidatorEnabled":false,"isLocked":false,"elementsMetadata":[{"type":"shape","elementConfiguration":{"visibility":"{{IfElse(Equals(Form.Privacy_Information.Name, \"Highly Confidential\"), VisibilityType.Visible, VisibilityType.Hidden)}}","type":"text","disableUpdates":false}},{"type":"shape","elementConfiguration":{"visibility":"{{IfElse(Equals(Form.Privacy_Information.Name, \"Confidential\"), VisibilityType.Visible, VisibilityType.Hidden)}}","type":"text","disableUpdates":false}},{"type":"shape","elementConfiguration":{"visibility":"{{IfElse(Equals(Form.Privacy_Information.Name, \"General\"), VisibilityType.Visible, VisibilityType.Hidden)}}","type":"text","disableUpdates":false}},{"type":"shape","elementConfiguration":{"visibility":"{{IfElse(Equals(Form.Privacy_Information.Name, \"Public\"), VisibilityType.Visible, VisibilityType.Hidden)}}","type":"text","disableUpdates":false}}],"slideId":"1480204099429072900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B7EAA44F-EA67-314D-9554-B764719B6235}">
  <ds:schemaRefs/>
</ds:datastoreItem>
</file>

<file path=customXml/itemProps2.xml><?xml version="1.0" encoding="utf-8"?>
<ds:datastoreItem xmlns:ds="http://schemas.openxmlformats.org/officeDocument/2006/customXml" ds:itemID="{2A0B6F7D-938D-4897-9BBD-4D92EDFE5FA0}">
  <ds:schemaRefs/>
</ds:datastoreItem>
</file>

<file path=customXml/itemProps3.xml><?xml version="1.0" encoding="utf-8"?>
<ds:datastoreItem xmlns:ds="http://schemas.openxmlformats.org/officeDocument/2006/customXml" ds:itemID="{1767E9AD-0C4B-2A4E-8562-BEBD9AE35509}">
  <ds:schemaRefs/>
</ds:datastoreItem>
</file>

<file path=customXml/itemProps4.xml><?xml version="1.0" encoding="utf-8"?>
<ds:datastoreItem xmlns:ds="http://schemas.openxmlformats.org/officeDocument/2006/customXml" ds:itemID="{644F423D-2682-B94E-95AD-BF164FB1D80D}">
  <ds:schemaRefs/>
</ds:datastoreItem>
</file>

<file path=customXml/itemProps5.xml><?xml version="1.0" encoding="utf-8"?>
<ds:datastoreItem xmlns:ds="http://schemas.openxmlformats.org/officeDocument/2006/customXml" ds:itemID="{59C90489-0264-4F41-9805-552490471221}">
  <ds:schemaRefs/>
</ds:datastoreItem>
</file>

<file path=customXml/itemProps6.xml><?xml version="1.0" encoding="utf-8"?>
<ds:datastoreItem xmlns:ds="http://schemas.openxmlformats.org/officeDocument/2006/customXml" ds:itemID="{CA485EBB-3C0F-E348-A301-8C1356476838}">
  <ds:schemaRefs/>
</ds:datastoreItem>
</file>

<file path=customXml/itemProps7.xml><?xml version="1.0" encoding="utf-8"?>
<ds:datastoreItem xmlns:ds="http://schemas.openxmlformats.org/officeDocument/2006/customXml" ds:itemID="{28C85CB8-C4E2-42B6-9E95-8E3EDB1A7CC4}">
  <ds:schemaRefs/>
</ds:datastoreItem>
</file>

<file path=customXml/itemProps8.xml><?xml version="1.0" encoding="utf-8"?>
<ds:datastoreItem xmlns:ds="http://schemas.openxmlformats.org/officeDocument/2006/customXml" ds:itemID="{BAF86078-6178-5441-913A-27609A575C53}">
  <ds:schemaRefs/>
</ds:datastoreItem>
</file>

<file path=customXml/itemProps9.xml><?xml version="1.0" encoding="utf-8"?>
<ds:datastoreItem xmlns:ds="http://schemas.openxmlformats.org/officeDocument/2006/customXml" ds:itemID="{F281106E-2C4F-4E80-AE54-10D0E3AF4D22}">
  <ds:schemaRefs/>
</ds:datastoreItem>
</file>

<file path=customXml/itemProps10.xml><?xml version="1.0" encoding="utf-8"?>
<ds:datastoreItem xmlns:ds="http://schemas.openxmlformats.org/officeDocument/2006/customXml" ds:itemID="{A2C14592-1B5D-0C42-B60C-824338B66A0B}">
  <ds:schemaRefs/>
</ds:datastoreItem>
</file>

<file path=customXml/itemProps11.xml><?xml version="1.0" encoding="utf-8"?>
<ds:datastoreItem xmlns:ds="http://schemas.openxmlformats.org/officeDocument/2006/customXml" ds:itemID="{20879C7B-0541-094E-93EC-0BA0ADF71017}">
  <ds:schemaRefs/>
</ds:datastoreItem>
</file>

<file path=customXml/itemProps12.xml><?xml version="1.0" encoding="utf-8"?>
<ds:datastoreItem xmlns:ds="http://schemas.openxmlformats.org/officeDocument/2006/customXml" ds:itemID="{91634BD2-50C3-174F-8B56-B51A18DBA181}">
  <ds:schemaRefs/>
</ds:datastoreItem>
</file>

<file path=customXml/itemProps13.xml><?xml version="1.0" encoding="utf-8"?>
<ds:datastoreItem xmlns:ds="http://schemas.openxmlformats.org/officeDocument/2006/customXml" ds:itemID="{89A5DBBB-7E05-3940-B508-34E839373020}">
  <ds:schemaRefs/>
</ds:datastoreItem>
</file>

<file path=customXml/itemProps14.xml><?xml version="1.0" encoding="utf-8"?>
<ds:datastoreItem xmlns:ds="http://schemas.openxmlformats.org/officeDocument/2006/customXml" ds:itemID="{7E45526E-4021-7C41-8709-DBD91FDFF293}">
  <ds:schemaRefs/>
</ds:datastoreItem>
</file>

<file path=customXml/itemProps15.xml><?xml version="1.0" encoding="utf-8"?>
<ds:datastoreItem xmlns:ds="http://schemas.openxmlformats.org/officeDocument/2006/customXml" ds:itemID="{285F1B71-6855-5C45-BF01-4F6FB1F11665}">
  <ds:schemaRefs/>
</ds:datastoreItem>
</file>

<file path=customXml/itemProps16.xml><?xml version="1.0" encoding="utf-8"?>
<ds:datastoreItem xmlns:ds="http://schemas.openxmlformats.org/officeDocument/2006/customXml" ds:itemID="{C3819906-1648-4F4E-B720-7DF67884D638}">
  <ds:schemaRefs/>
</ds:datastoreItem>
</file>

<file path=customXml/itemProps17.xml><?xml version="1.0" encoding="utf-8"?>
<ds:datastoreItem xmlns:ds="http://schemas.openxmlformats.org/officeDocument/2006/customXml" ds:itemID="{3555EF9A-BE5D-5146-84EC-CAD1B19810AF}">
  <ds:schemaRefs/>
</ds:datastoreItem>
</file>

<file path=customXml/itemProps18.xml><?xml version="1.0" encoding="utf-8"?>
<ds:datastoreItem xmlns:ds="http://schemas.openxmlformats.org/officeDocument/2006/customXml" ds:itemID="{48B2E131-2C6C-9C47-A468-0A5506CC83BB}">
  <ds:schemaRefs/>
</ds:datastoreItem>
</file>

<file path=customXml/itemProps19.xml><?xml version="1.0" encoding="utf-8"?>
<ds:datastoreItem xmlns:ds="http://schemas.openxmlformats.org/officeDocument/2006/customXml" ds:itemID="{775568C5-529A-454C-8791-D9AB4747E3F6}">
  <ds:schemaRefs/>
</ds:datastoreItem>
</file>

<file path=customXml/itemProps20.xml><?xml version="1.0" encoding="utf-8"?>
<ds:datastoreItem xmlns:ds="http://schemas.openxmlformats.org/officeDocument/2006/customXml" ds:itemID="{E0A52C09-F32A-744D-9384-8F69C87A6B7C}">
  <ds:schemaRefs/>
</ds:datastoreItem>
</file>

<file path=customXml/itemProps21.xml><?xml version="1.0" encoding="utf-8"?>
<ds:datastoreItem xmlns:ds="http://schemas.openxmlformats.org/officeDocument/2006/customXml" ds:itemID="{255E5229-2711-0A44-B4DD-08DF813C10E6}">
  <ds:schemaRefs/>
</ds:datastoreItem>
</file>

<file path=customXml/itemProps22.xml><?xml version="1.0" encoding="utf-8"?>
<ds:datastoreItem xmlns:ds="http://schemas.openxmlformats.org/officeDocument/2006/customXml" ds:itemID="{FE98CE46-5481-6C45-BD2A-0D5092119E3D}">
  <ds:schemaRefs/>
</ds:datastoreItem>
</file>

<file path=customXml/itemProps23.xml><?xml version="1.0" encoding="utf-8"?>
<ds:datastoreItem xmlns:ds="http://schemas.openxmlformats.org/officeDocument/2006/customXml" ds:itemID="{5E625B5D-9DA9-9548-B88C-169736F8187A}">
  <ds:schemaRefs/>
</ds:datastoreItem>
</file>

<file path=customXml/itemProps24.xml><?xml version="1.0" encoding="utf-8"?>
<ds:datastoreItem xmlns:ds="http://schemas.openxmlformats.org/officeDocument/2006/customXml" ds:itemID="{842FD731-0B4E-8E4E-A50B-D5B1478770F6}">
  <ds:schemaRefs/>
</ds:datastoreItem>
</file>

<file path=customXml/itemProps25.xml><?xml version="1.0" encoding="utf-8"?>
<ds:datastoreItem xmlns:ds="http://schemas.openxmlformats.org/officeDocument/2006/customXml" ds:itemID="{586B46D8-2966-4A45-9D78-7ECB2CB2E8B7}">
  <ds:schemaRefs/>
</ds:datastoreItem>
</file>

<file path=customXml/itemProps26.xml><?xml version="1.0" encoding="utf-8"?>
<ds:datastoreItem xmlns:ds="http://schemas.openxmlformats.org/officeDocument/2006/customXml" ds:itemID="{390A16D5-CBCD-6F45-B6C7-22CF3906FEA4}">
  <ds:schemaRefs/>
</ds:datastoreItem>
</file>

<file path=customXml/itemProps27.xml><?xml version="1.0" encoding="utf-8"?>
<ds:datastoreItem xmlns:ds="http://schemas.openxmlformats.org/officeDocument/2006/customXml" ds:itemID="{B59AD7C8-81B9-423E-89C7-0F75F1D849C8}">
  <ds:schemaRefs/>
</ds:datastoreItem>
</file>

<file path=customXml/itemProps28.xml><?xml version="1.0" encoding="utf-8"?>
<ds:datastoreItem xmlns:ds="http://schemas.openxmlformats.org/officeDocument/2006/customXml" ds:itemID="{16DB2144-AEA5-7E4E-8202-0DC9965BB998}">
  <ds:schemaRefs/>
</ds:datastoreItem>
</file>

<file path=customXml/itemProps29.xml><?xml version="1.0" encoding="utf-8"?>
<ds:datastoreItem xmlns:ds="http://schemas.openxmlformats.org/officeDocument/2006/customXml" ds:itemID="{9C878288-4363-7845-909D-C584D3760488}">
  <ds:schemaRefs/>
</ds:datastoreItem>
</file>

<file path=customXml/itemProps30.xml><?xml version="1.0" encoding="utf-8"?>
<ds:datastoreItem xmlns:ds="http://schemas.openxmlformats.org/officeDocument/2006/customXml" ds:itemID="{43CB3E3F-D98F-7F46-907F-6B811AB66CDF}">
  <ds:schemaRefs/>
</ds:datastoreItem>
</file>

<file path=customXml/itemProps31.xml><?xml version="1.0" encoding="utf-8"?>
<ds:datastoreItem xmlns:ds="http://schemas.openxmlformats.org/officeDocument/2006/customXml" ds:itemID="{D23F4B8C-B399-4A98-A80F-6FF5F587E6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7262f3-19e3-4c38-834c-996e2cec5b6c"/>
    <ds:schemaRef ds:uri="6b2685c3-cb74-402e-89a3-cd359bd59e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2.xml><?xml version="1.0" encoding="utf-8"?>
<ds:datastoreItem xmlns:ds="http://schemas.openxmlformats.org/officeDocument/2006/customXml" ds:itemID="{A33184A5-69A5-4C8A-A8C6-88F1D913BC1B}">
  <ds:schemaRefs/>
</ds:datastoreItem>
</file>

<file path=customXml/itemProps33.xml><?xml version="1.0" encoding="utf-8"?>
<ds:datastoreItem xmlns:ds="http://schemas.openxmlformats.org/officeDocument/2006/customXml" ds:itemID="{CD86F582-6CE5-A344-8B0E-5F1D92506B88}">
  <ds:schemaRefs/>
</ds:datastoreItem>
</file>

<file path=customXml/itemProps34.xml><?xml version="1.0" encoding="utf-8"?>
<ds:datastoreItem xmlns:ds="http://schemas.openxmlformats.org/officeDocument/2006/customXml" ds:itemID="{800F4A94-9351-4792-ACB0-6822B68D1355}">
  <ds:schemaRefs/>
</ds:datastoreItem>
</file>

<file path=customXml/itemProps35.xml><?xml version="1.0" encoding="utf-8"?>
<ds:datastoreItem xmlns:ds="http://schemas.openxmlformats.org/officeDocument/2006/customXml" ds:itemID="{CAD727EE-ECC3-484A-BC6E-D825C1A697C5}">
  <ds:schemaRefs/>
</ds:datastoreItem>
</file>

<file path=customXml/itemProps36.xml><?xml version="1.0" encoding="utf-8"?>
<ds:datastoreItem xmlns:ds="http://schemas.openxmlformats.org/officeDocument/2006/customXml" ds:itemID="{88EB69C4-4043-664A-AAF6-8C1D1348DDA4}">
  <ds:schemaRefs/>
</ds:datastoreItem>
</file>

<file path=customXml/itemProps37.xml><?xml version="1.0" encoding="utf-8"?>
<ds:datastoreItem xmlns:ds="http://schemas.openxmlformats.org/officeDocument/2006/customXml" ds:itemID="{D5431F8D-114B-7D47-9EAB-CE5AC1A11C2E}">
  <ds:schemaRefs/>
</ds:datastoreItem>
</file>

<file path=customXml/itemProps38.xml><?xml version="1.0" encoding="utf-8"?>
<ds:datastoreItem xmlns:ds="http://schemas.openxmlformats.org/officeDocument/2006/customXml" ds:itemID="{DD5C987F-589F-7141-A445-608657E27150}">
  <ds:schemaRefs/>
</ds:datastoreItem>
</file>

<file path=customXml/itemProps39.xml><?xml version="1.0" encoding="utf-8"?>
<ds:datastoreItem xmlns:ds="http://schemas.openxmlformats.org/officeDocument/2006/customXml" ds:itemID="{76CC9DF2-974E-44D0-948A-851376CB6489}">
  <ds:schemaRefs/>
</ds:datastoreItem>
</file>

<file path=customXml/itemProps40.xml><?xml version="1.0" encoding="utf-8"?>
<ds:datastoreItem xmlns:ds="http://schemas.openxmlformats.org/officeDocument/2006/customXml" ds:itemID="{B72179C4-8F97-7940-8CC3-DAAAFF5479E6}">
  <ds:schemaRefs/>
</ds:datastoreItem>
</file>

<file path=customXml/itemProps41.xml><?xml version="1.0" encoding="utf-8"?>
<ds:datastoreItem xmlns:ds="http://schemas.openxmlformats.org/officeDocument/2006/customXml" ds:itemID="{6B17E808-C069-624C-A5C1-603A8FF1BE0C}">
  <ds:schemaRefs/>
</ds:datastoreItem>
</file>

<file path=customXml/itemProps42.xml><?xml version="1.0" encoding="utf-8"?>
<ds:datastoreItem xmlns:ds="http://schemas.openxmlformats.org/officeDocument/2006/customXml" ds:itemID="{E7E27ED9-AF52-EF4B-82CA-8A6153E1F833}">
  <ds:schemaRefs/>
</ds:datastoreItem>
</file>

<file path=customXml/itemProps43.xml><?xml version="1.0" encoding="utf-8"?>
<ds:datastoreItem xmlns:ds="http://schemas.openxmlformats.org/officeDocument/2006/customXml" ds:itemID="{16507967-4620-074B-BD47-235D0C6032C0}">
  <ds:schemaRefs/>
</ds:datastoreItem>
</file>

<file path=customXml/itemProps44.xml><?xml version="1.0" encoding="utf-8"?>
<ds:datastoreItem xmlns:ds="http://schemas.openxmlformats.org/officeDocument/2006/customXml" ds:itemID="{A3949035-361D-9148-9E92-5549EB6A9408}">
  <ds:schemaRefs/>
</ds:datastoreItem>
</file>

<file path=customXml/itemProps45.xml><?xml version="1.0" encoding="utf-8"?>
<ds:datastoreItem xmlns:ds="http://schemas.openxmlformats.org/officeDocument/2006/customXml" ds:itemID="{8ECE685F-992C-4340-A2BA-0F7F9183BA57}">
  <ds:schemaRefs/>
</ds:datastoreItem>
</file>

<file path=customXml/itemProps46.xml><?xml version="1.0" encoding="utf-8"?>
<ds:datastoreItem xmlns:ds="http://schemas.openxmlformats.org/officeDocument/2006/customXml" ds:itemID="{4D3AD489-D4EE-FD4E-923E-F02226D44C34}">
  <ds:schemaRefs/>
</ds:datastoreItem>
</file>

<file path=customXml/itemProps47.xml><?xml version="1.0" encoding="utf-8"?>
<ds:datastoreItem xmlns:ds="http://schemas.openxmlformats.org/officeDocument/2006/customXml" ds:itemID="{2B245DD0-1864-0541-BDA6-A8A5DAC5C54E}">
  <ds:schemaRefs/>
</ds:datastoreItem>
</file>

<file path=customXml/itemProps48.xml><?xml version="1.0" encoding="utf-8"?>
<ds:datastoreItem xmlns:ds="http://schemas.openxmlformats.org/officeDocument/2006/customXml" ds:itemID="{9B925B77-5773-EE4C-B0D5-D06D127409D2}">
  <ds:schemaRefs/>
</ds:datastoreItem>
</file>

<file path=customXml/itemProps49.xml><?xml version="1.0" encoding="utf-8"?>
<ds:datastoreItem xmlns:ds="http://schemas.openxmlformats.org/officeDocument/2006/customXml" ds:itemID="{ACF1CA53-D682-CF4D-8ACE-D12C2833F8D2}">
  <ds:schemaRefs/>
</ds:datastoreItem>
</file>

<file path=customXml/itemProps50.xml><?xml version="1.0" encoding="utf-8"?>
<ds:datastoreItem xmlns:ds="http://schemas.openxmlformats.org/officeDocument/2006/customXml" ds:itemID="{D76696FF-6F99-4BF8-BD28-5EEAF2578D78}">
  <ds:schemaRefs>
    <ds:schemaRef ds:uri="http://schemas.microsoft.com/sharepoint/v3/contenttype/forms"/>
  </ds:schemaRefs>
</ds:datastoreItem>
</file>

<file path=customXml/itemProps51.xml><?xml version="1.0" encoding="utf-8"?>
<ds:datastoreItem xmlns:ds="http://schemas.openxmlformats.org/officeDocument/2006/customXml" ds:itemID="{9B66094B-3696-174F-8F7E-BFADA0783000}">
  <ds:schemaRefs/>
</ds:datastoreItem>
</file>

<file path=customXml/itemProps52.xml><?xml version="1.0" encoding="utf-8"?>
<ds:datastoreItem xmlns:ds="http://schemas.openxmlformats.org/officeDocument/2006/customXml" ds:itemID="{08D8D361-3686-2445-9F03-73AF79C154B3}">
  <ds:schemaRefs/>
</ds:datastoreItem>
</file>

<file path=customXml/itemProps53.xml><?xml version="1.0" encoding="utf-8"?>
<ds:datastoreItem xmlns:ds="http://schemas.openxmlformats.org/officeDocument/2006/customXml" ds:itemID="{AB4892BD-F884-9643-80EA-4B78C32BAA97}">
  <ds:schemaRefs/>
</ds:datastoreItem>
</file>

<file path=customXml/itemProps54.xml><?xml version="1.0" encoding="utf-8"?>
<ds:datastoreItem xmlns:ds="http://schemas.openxmlformats.org/officeDocument/2006/customXml" ds:itemID="{47F228FF-6E11-4D4F-8530-29D1C1C2B56D}">
  <ds:schemaRefs/>
</ds:datastoreItem>
</file>

<file path=customXml/itemProps55.xml><?xml version="1.0" encoding="utf-8"?>
<ds:datastoreItem xmlns:ds="http://schemas.openxmlformats.org/officeDocument/2006/customXml" ds:itemID="{87CABD9B-EF38-E648-9BA4-9233C26846F3}">
  <ds:schemaRefs/>
</ds:datastoreItem>
</file>

<file path=customXml/itemProps56.xml><?xml version="1.0" encoding="utf-8"?>
<ds:datastoreItem xmlns:ds="http://schemas.openxmlformats.org/officeDocument/2006/customXml" ds:itemID="{D7BE6DF5-3D11-7C4D-9AB7-B8E47DCB9E0E}">
  <ds:schemaRefs/>
</ds:datastoreItem>
</file>

<file path=customXml/itemProps57.xml><?xml version="1.0" encoding="utf-8"?>
<ds:datastoreItem xmlns:ds="http://schemas.openxmlformats.org/officeDocument/2006/customXml" ds:itemID="{08A943D2-08B8-BB48-8300-E66F8B15FD43}">
  <ds:schemaRefs/>
</ds:datastoreItem>
</file>

<file path=customXml/itemProps58.xml><?xml version="1.0" encoding="utf-8"?>
<ds:datastoreItem xmlns:ds="http://schemas.openxmlformats.org/officeDocument/2006/customXml" ds:itemID="{2F66468B-D119-B944-BC92-9091FAE67380}">
  <ds:schemaRefs/>
</ds:datastoreItem>
</file>

<file path=customXml/itemProps59.xml><?xml version="1.0" encoding="utf-8"?>
<ds:datastoreItem xmlns:ds="http://schemas.openxmlformats.org/officeDocument/2006/customXml" ds:itemID="{B229D9C2-9F66-8848-86B9-A962DBF55142}">
  <ds:schemaRefs/>
</ds:datastoreItem>
</file>

<file path=customXml/itemProps60.xml><?xml version="1.0" encoding="utf-8"?>
<ds:datastoreItem xmlns:ds="http://schemas.openxmlformats.org/officeDocument/2006/customXml" ds:itemID="{4A4B88C1-64A1-9442-BFB9-8D56DCD242E4}">
  <ds:schemaRefs/>
</ds:datastoreItem>
</file>

<file path=customXml/itemProps61.xml><?xml version="1.0" encoding="utf-8"?>
<ds:datastoreItem xmlns:ds="http://schemas.openxmlformats.org/officeDocument/2006/customXml" ds:itemID="{8857C3F8-6B99-804E-9260-2D26CDF45626}">
  <ds:schemaRefs/>
</ds:datastoreItem>
</file>

<file path=customXml/itemProps62.xml><?xml version="1.0" encoding="utf-8"?>
<ds:datastoreItem xmlns:ds="http://schemas.openxmlformats.org/officeDocument/2006/customXml" ds:itemID="{2A47E9D9-49E4-2342-9800-117D4E9357B3}">
  <ds:schemaRefs/>
</ds:datastoreItem>
</file>

<file path=customXml/itemProps63.xml><?xml version="1.0" encoding="utf-8"?>
<ds:datastoreItem xmlns:ds="http://schemas.openxmlformats.org/officeDocument/2006/customXml" ds:itemID="{127E6D31-6E9C-D94C-9A6A-CC8AB0B19154}">
  <ds:schemaRefs/>
</ds:datastoreItem>
</file>

<file path=customXml/itemProps64.xml><?xml version="1.0" encoding="utf-8"?>
<ds:datastoreItem xmlns:ds="http://schemas.openxmlformats.org/officeDocument/2006/customXml" ds:itemID="{8FA9B5B9-F170-1543-810F-14BD1AD9C098}">
  <ds:schemaRefs/>
</ds:datastoreItem>
</file>

<file path=customXml/itemProps65.xml><?xml version="1.0" encoding="utf-8"?>
<ds:datastoreItem xmlns:ds="http://schemas.openxmlformats.org/officeDocument/2006/customXml" ds:itemID="{727A10E5-F806-8E4F-99BA-434A7B8ABED2}">
  <ds:schemaRefs/>
</ds:datastoreItem>
</file>

<file path=customXml/itemProps66.xml><?xml version="1.0" encoding="utf-8"?>
<ds:datastoreItem xmlns:ds="http://schemas.openxmlformats.org/officeDocument/2006/customXml" ds:itemID="{9ABE1B5F-FBFF-554E-91B5-065B62777414}">
  <ds:schemaRefs/>
</ds:datastoreItem>
</file>

<file path=customXml/itemProps67.xml><?xml version="1.0" encoding="utf-8"?>
<ds:datastoreItem xmlns:ds="http://schemas.openxmlformats.org/officeDocument/2006/customXml" ds:itemID="{8CCBDF61-236A-7043-804B-3BB09BDC6FE3}">
  <ds:schemaRefs/>
</ds:datastoreItem>
</file>

<file path=customXml/itemProps68.xml><?xml version="1.0" encoding="utf-8"?>
<ds:datastoreItem xmlns:ds="http://schemas.openxmlformats.org/officeDocument/2006/customXml" ds:itemID="{11D8D825-9615-414A-845D-D4253F92C999}">
  <ds:schemaRefs/>
</ds:datastoreItem>
</file>

<file path=customXml/itemProps69.xml><?xml version="1.0" encoding="utf-8"?>
<ds:datastoreItem xmlns:ds="http://schemas.openxmlformats.org/officeDocument/2006/customXml" ds:itemID="{9071C123-D82B-6A40-B9BD-7EA7EDC4A509}">
  <ds:schemaRefs/>
</ds:datastoreItem>
</file>

<file path=customXml/itemProps70.xml><?xml version="1.0" encoding="utf-8"?>
<ds:datastoreItem xmlns:ds="http://schemas.openxmlformats.org/officeDocument/2006/customXml" ds:itemID="{8103E372-BF38-4215-B88A-1143DC5923C6}">
  <ds:schemaRefs/>
</ds:datastoreItem>
</file>

<file path=customXml/itemProps71.xml><?xml version="1.0" encoding="utf-8"?>
<ds:datastoreItem xmlns:ds="http://schemas.openxmlformats.org/officeDocument/2006/customXml" ds:itemID="{E8415C14-3AD0-2F46-8AC3-3C1F82DADFF8}">
  <ds:schemaRefs/>
</ds:datastoreItem>
</file>

<file path=customXml/itemProps72.xml><?xml version="1.0" encoding="utf-8"?>
<ds:datastoreItem xmlns:ds="http://schemas.openxmlformats.org/officeDocument/2006/customXml" ds:itemID="{2CEA8186-7D83-AF47-8A94-15F6751DC4E2}">
  <ds:schemaRefs/>
</ds:datastoreItem>
</file>

<file path=customXml/itemProps73.xml><?xml version="1.0" encoding="utf-8"?>
<ds:datastoreItem xmlns:ds="http://schemas.openxmlformats.org/officeDocument/2006/customXml" ds:itemID="{DD247416-4E47-DE42-994A-4D84AE2DBE6B}">
  <ds:schemaRefs/>
</ds:datastoreItem>
</file>

<file path=customXml/itemProps74.xml><?xml version="1.0" encoding="utf-8"?>
<ds:datastoreItem xmlns:ds="http://schemas.openxmlformats.org/officeDocument/2006/customXml" ds:itemID="{98BA9AEF-FDF4-1946-8259-DDA195E03BE0}">
  <ds:schemaRefs/>
</ds:datastoreItem>
</file>

<file path=customXml/itemProps75.xml><?xml version="1.0" encoding="utf-8"?>
<ds:datastoreItem xmlns:ds="http://schemas.openxmlformats.org/officeDocument/2006/customXml" ds:itemID="{2FC87E82-0F5A-524A-B36F-35EBCA1F4902}">
  <ds:schemaRefs/>
</ds:datastoreItem>
</file>

<file path=customXml/itemProps76.xml><?xml version="1.0" encoding="utf-8"?>
<ds:datastoreItem xmlns:ds="http://schemas.openxmlformats.org/officeDocument/2006/customXml" ds:itemID="{74DC7B89-9450-874E-B95F-A3B2AE838A56}">
  <ds:schemaRefs/>
</ds:datastoreItem>
</file>

<file path=customXml/itemProps77.xml><?xml version="1.0" encoding="utf-8"?>
<ds:datastoreItem xmlns:ds="http://schemas.openxmlformats.org/officeDocument/2006/customXml" ds:itemID="{231B28A0-C4F9-F342-9CB5-024D548557FB}">
  <ds:schemaRefs/>
</ds:datastoreItem>
</file>

<file path=customXml/itemProps78.xml><?xml version="1.0" encoding="utf-8"?>
<ds:datastoreItem xmlns:ds="http://schemas.openxmlformats.org/officeDocument/2006/customXml" ds:itemID="{AAAEE516-28E3-F246-BAAB-20DFE080C19A}">
  <ds:schemaRefs/>
</ds:datastoreItem>
</file>

<file path=customXml/itemProps79.xml><?xml version="1.0" encoding="utf-8"?>
<ds:datastoreItem xmlns:ds="http://schemas.openxmlformats.org/officeDocument/2006/customXml" ds:itemID="{ACDEFF1F-7D60-044C-9E4D-F90B787991A7}">
  <ds:schemaRefs/>
</ds:datastoreItem>
</file>

<file path=customXml/itemProps80.xml><?xml version="1.0" encoding="utf-8"?>
<ds:datastoreItem xmlns:ds="http://schemas.openxmlformats.org/officeDocument/2006/customXml" ds:itemID="{FAF24D88-9894-2D4A-B969-C5EED3B41183}">
  <ds:schemaRefs/>
</ds:datastoreItem>
</file>

<file path=customXml/itemProps81.xml><?xml version="1.0" encoding="utf-8"?>
<ds:datastoreItem xmlns:ds="http://schemas.openxmlformats.org/officeDocument/2006/customXml" ds:itemID="{EBB88059-6AC3-5C4D-88E9-27D623487880}">
  <ds:schemaRefs/>
</ds:datastoreItem>
</file>

<file path=customXml/itemProps82.xml><?xml version="1.0" encoding="utf-8"?>
<ds:datastoreItem xmlns:ds="http://schemas.openxmlformats.org/officeDocument/2006/customXml" ds:itemID="{C2EED620-3B9B-4849-A4EA-19DE5A675321}">
  <ds:schemaRefs/>
</ds:datastoreItem>
</file>

<file path=customXml/itemProps83.xml><?xml version="1.0" encoding="utf-8"?>
<ds:datastoreItem xmlns:ds="http://schemas.openxmlformats.org/officeDocument/2006/customXml" ds:itemID="{EDD86879-0894-7D42-9F54-E4A714244430}">
  <ds:schemaRefs/>
</ds:datastoreItem>
</file>

<file path=customXml/itemProps84.xml><?xml version="1.0" encoding="utf-8"?>
<ds:datastoreItem xmlns:ds="http://schemas.openxmlformats.org/officeDocument/2006/customXml" ds:itemID="{A0157F43-06F5-4947-95CA-60CF01236E6F}">
  <ds:schemaRefs/>
</ds:datastoreItem>
</file>

<file path=customXml/itemProps85.xml><?xml version="1.0" encoding="utf-8"?>
<ds:datastoreItem xmlns:ds="http://schemas.openxmlformats.org/officeDocument/2006/customXml" ds:itemID="{CC718065-0776-1845-B807-D6E25B378813}">
  <ds:schemaRefs/>
</ds:datastoreItem>
</file>

<file path=customXml/itemProps86.xml><?xml version="1.0" encoding="utf-8"?>
<ds:datastoreItem xmlns:ds="http://schemas.openxmlformats.org/officeDocument/2006/customXml" ds:itemID="{0CACF658-519F-E046-9D2F-A57D1C490B37}">
  <ds:schemaRefs/>
</ds:datastoreItem>
</file>

<file path=customXml/itemProps87.xml><?xml version="1.0" encoding="utf-8"?>
<ds:datastoreItem xmlns:ds="http://schemas.openxmlformats.org/officeDocument/2006/customXml" ds:itemID="{3C8BE6D2-1299-EC4A-B29F-8EBF33328F58}">
  <ds:schemaRefs/>
</ds:datastoreItem>
</file>

<file path=customXml/itemProps88.xml><?xml version="1.0" encoding="utf-8"?>
<ds:datastoreItem xmlns:ds="http://schemas.openxmlformats.org/officeDocument/2006/customXml" ds:itemID="{4C634F72-AD4A-8547-BB9D-47BB44CCA14A}">
  <ds:schemaRefs/>
</ds:datastoreItem>
</file>

<file path=customXml/itemProps89.xml><?xml version="1.0" encoding="utf-8"?>
<ds:datastoreItem xmlns:ds="http://schemas.openxmlformats.org/officeDocument/2006/customXml" ds:itemID="{5102CBF8-5594-1848-B89F-27BE664B1719}">
  <ds:schemaRefs/>
</ds:datastoreItem>
</file>

<file path=customXml/itemProps90.xml><?xml version="1.0" encoding="utf-8"?>
<ds:datastoreItem xmlns:ds="http://schemas.openxmlformats.org/officeDocument/2006/customXml" ds:itemID="{F2FCF759-7E5A-C840-8E9B-1DABD2170E27}">
  <ds:schemaRefs/>
</ds:datastoreItem>
</file>

<file path=customXml/itemProps91.xml><?xml version="1.0" encoding="utf-8"?>
<ds:datastoreItem xmlns:ds="http://schemas.openxmlformats.org/officeDocument/2006/customXml" ds:itemID="{34E0A1F0-A93B-3D43-A282-45030E7A015C}">
  <ds:schemaRefs/>
</ds:datastoreItem>
</file>

<file path=customXml/itemProps92.xml><?xml version="1.0" encoding="utf-8"?>
<ds:datastoreItem xmlns:ds="http://schemas.openxmlformats.org/officeDocument/2006/customXml" ds:itemID="{571A13A5-C892-D241-B493-E7A56AD1D0FC}">
  <ds:schemaRefs/>
</ds:datastoreItem>
</file>

<file path=customXml/itemProps93.xml><?xml version="1.0" encoding="utf-8"?>
<ds:datastoreItem xmlns:ds="http://schemas.openxmlformats.org/officeDocument/2006/customXml" ds:itemID="{4898415C-2754-2F46-9E7C-D30919D3CAC3}">
  <ds:schemaRefs/>
</ds:datastoreItem>
</file>

<file path=customXml/itemProps94.xml><?xml version="1.0" encoding="utf-8"?>
<ds:datastoreItem xmlns:ds="http://schemas.openxmlformats.org/officeDocument/2006/customXml" ds:itemID="{A712C57A-BE82-A34B-9BB4-79316C3ABF59}">
  <ds:schemaRefs/>
</ds:datastoreItem>
</file>

<file path=customXml/itemProps95.xml><?xml version="1.0" encoding="utf-8"?>
<ds:datastoreItem xmlns:ds="http://schemas.openxmlformats.org/officeDocument/2006/customXml" ds:itemID="{24EE2B10-D711-4440-A902-6816EB84EE62}">
  <ds:schemaRefs/>
</ds:datastoreItem>
</file>

<file path=customXml/itemProps96.xml><?xml version="1.0" encoding="utf-8"?>
<ds:datastoreItem xmlns:ds="http://schemas.openxmlformats.org/officeDocument/2006/customXml" ds:itemID="{342BB3F3-2368-BA40-8F30-D5BB7CD458F4}">
  <ds:schemaRefs/>
</ds:datastoreItem>
</file>

<file path=customXml/itemProps97.xml><?xml version="1.0" encoding="utf-8"?>
<ds:datastoreItem xmlns:ds="http://schemas.openxmlformats.org/officeDocument/2006/customXml" ds:itemID="{B376EA77-A36F-4140-BF89-06AA0FADEBC9}">
  <ds:schemaRefs/>
</ds:datastoreItem>
</file>

<file path=customXml/itemProps98.xml><?xml version="1.0" encoding="utf-8"?>
<ds:datastoreItem xmlns:ds="http://schemas.openxmlformats.org/officeDocument/2006/customXml" ds:itemID="{9005F8EA-2E3D-9B43-8722-EA53E007B555}">
  <ds:schemaRefs/>
</ds:datastoreItem>
</file>

<file path=customXml/itemProps99.xml><?xml version="1.0" encoding="utf-8"?>
<ds:datastoreItem xmlns:ds="http://schemas.openxmlformats.org/officeDocument/2006/customXml" ds:itemID="{4F7F6BED-D6D8-1F4A-B9C6-FF4FD5486B04}">
  <ds:schemaRefs/>
</ds:datastoreItem>
</file>

<file path=customXml/itemProps100.xml><?xml version="1.0" encoding="utf-8"?>
<ds:datastoreItem xmlns:ds="http://schemas.openxmlformats.org/officeDocument/2006/customXml" ds:itemID="{D2C43B9A-008F-9B43-89B8-EB14DBBEE730}">
  <ds:schemaRefs/>
</ds:datastoreItem>
</file>

<file path=customXml/itemProps101.xml><?xml version="1.0" encoding="utf-8"?>
<ds:datastoreItem xmlns:ds="http://schemas.openxmlformats.org/officeDocument/2006/customXml" ds:itemID="{6F0C1D50-B246-7641-A449-D2495DC10E80}">
  <ds:schemaRefs/>
</ds:datastoreItem>
</file>

<file path=customXml/itemProps102.xml><?xml version="1.0" encoding="utf-8"?>
<ds:datastoreItem xmlns:ds="http://schemas.openxmlformats.org/officeDocument/2006/customXml" ds:itemID="{D19BEC73-69CB-414A-A7BE-653B795EEE32}">
  <ds:schemaRefs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http://www.w3.org/XML/1998/namespace"/>
    <ds:schemaRef ds:uri="6b2685c3-cb74-402e-89a3-cd359bd59e48"/>
    <ds:schemaRef ds:uri="2f7262f3-19e3-4c38-834c-996e2cec5b6c"/>
  </ds:schemaRefs>
</ds:datastoreItem>
</file>

<file path=customXml/itemProps103.xml><?xml version="1.0" encoding="utf-8"?>
<ds:datastoreItem xmlns:ds="http://schemas.openxmlformats.org/officeDocument/2006/customXml" ds:itemID="{A0CB3283-4520-48D0-9091-1EFB3339413D}">
  <ds:schemaRefs/>
</ds:datastoreItem>
</file>

<file path=customXml/itemProps104.xml><?xml version="1.0" encoding="utf-8"?>
<ds:datastoreItem xmlns:ds="http://schemas.openxmlformats.org/officeDocument/2006/customXml" ds:itemID="{D1C70949-45FC-7D46-873B-668C19E8BC02}">
  <ds:schemaRefs/>
</ds:datastoreItem>
</file>

<file path=customXml/itemProps105.xml><?xml version="1.0" encoding="utf-8"?>
<ds:datastoreItem xmlns:ds="http://schemas.openxmlformats.org/officeDocument/2006/customXml" ds:itemID="{D83B34BF-0AA8-5844-9412-430C44A1B21E}">
  <ds:schemaRefs/>
</ds:datastoreItem>
</file>

<file path=customXml/itemProps106.xml><?xml version="1.0" encoding="utf-8"?>
<ds:datastoreItem xmlns:ds="http://schemas.openxmlformats.org/officeDocument/2006/customXml" ds:itemID="{40787C41-3D88-604D-887C-AC86B568CE5C}">
  <ds:schemaRefs/>
</ds:datastoreItem>
</file>

<file path=customXml/itemProps107.xml><?xml version="1.0" encoding="utf-8"?>
<ds:datastoreItem xmlns:ds="http://schemas.openxmlformats.org/officeDocument/2006/customXml" ds:itemID="{545DC2FB-D078-1045-9D39-2E74DEB3BB76}">
  <ds:schemaRefs/>
</ds:datastoreItem>
</file>

<file path=customXml/itemProps108.xml><?xml version="1.0" encoding="utf-8"?>
<ds:datastoreItem xmlns:ds="http://schemas.openxmlformats.org/officeDocument/2006/customXml" ds:itemID="{14B1E3FB-316F-604A-8B28-173695A2940B}">
  <ds:schemaRefs/>
</ds:datastoreItem>
</file>

<file path=customXml/itemProps109.xml><?xml version="1.0" encoding="utf-8"?>
<ds:datastoreItem xmlns:ds="http://schemas.openxmlformats.org/officeDocument/2006/customXml" ds:itemID="{258DC87B-8348-114D-9083-9C716D22F16D}">
  <ds:schemaRefs/>
</ds:datastoreItem>
</file>

<file path=customXml/itemProps110.xml><?xml version="1.0" encoding="utf-8"?>
<ds:datastoreItem xmlns:ds="http://schemas.openxmlformats.org/officeDocument/2006/customXml" ds:itemID="{8D644A9D-B313-DE4F-B71D-42EC9821F32D}">
  <ds:schemaRefs/>
</ds:datastoreItem>
</file>

<file path=customXml/itemProps111.xml><?xml version="1.0" encoding="utf-8"?>
<ds:datastoreItem xmlns:ds="http://schemas.openxmlformats.org/officeDocument/2006/customXml" ds:itemID="{C34C4975-2192-8947-9629-683C88943DB1}">
  <ds:schemaRefs/>
</ds:datastoreItem>
</file>

<file path=customXml/itemProps112.xml><?xml version="1.0" encoding="utf-8"?>
<ds:datastoreItem xmlns:ds="http://schemas.openxmlformats.org/officeDocument/2006/customXml" ds:itemID="{5E29D5F9-6444-1140-88BE-AEC8DDB57F68}">
  <ds:schemaRefs/>
</ds:datastoreItem>
</file>

<file path=customXml/itemProps113.xml><?xml version="1.0" encoding="utf-8"?>
<ds:datastoreItem xmlns:ds="http://schemas.openxmlformats.org/officeDocument/2006/customXml" ds:itemID="{B4A29460-AA96-B842-B40F-0D419007261A}">
  <ds:schemaRefs/>
</ds:datastoreItem>
</file>

<file path=customXml/itemProps114.xml><?xml version="1.0" encoding="utf-8"?>
<ds:datastoreItem xmlns:ds="http://schemas.openxmlformats.org/officeDocument/2006/customXml" ds:itemID="{E66C6F0A-FDBA-AF40-8357-086B1BC37E7D}">
  <ds:schemaRefs/>
</ds:datastoreItem>
</file>

<file path=customXml/itemProps115.xml><?xml version="1.0" encoding="utf-8"?>
<ds:datastoreItem xmlns:ds="http://schemas.openxmlformats.org/officeDocument/2006/customXml" ds:itemID="{3D19E2BC-FDCE-4046-8EF3-B8F1A2FD8B4C}">
  <ds:schemaRefs/>
</ds:datastoreItem>
</file>

<file path=customXml/itemProps116.xml><?xml version="1.0" encoding="utf-8"?>
<ds:datastoreItem xmlns:ds="http://schemas.openxmlformats.org/officeDocument/2006/customXml" ds:itemID="{A0F1B3AB-C9B7-734B-9E79-23AB848C7652}">
  <ds:schemaRefs/>
</ds:datastoreItem>
</file>

<file path=customXml/itemProps117.xml><?xml version="1.0" encoding="utf-8"?>
<ds:datastoreItem xmlns:ds="http://schemas.openxmlformats.org/officeDocument/2006/customXml" ds:itemID="{8C80DD3F-DE8F-5947-8ECC-607232B4BDAC}">
  <ds:schemaRefs/>
</ds:datastoreItem>
</file>

<file path=customXml/itemProps118.xml><?xml version="1.0" encoding="utf-8"?>
<ds:datastoreItem xmlns:ds="http://schemas.openxmlformats.org/officeDocument/2006/customXml" ds:itemID="{A2CED703-3E28-7449-A83C-099D81EAF757}">
  <ds:schemaRefs/>
</ds:datastoreItem>
</file>

<file path=customXml/itemProps119.xml><?xml version="1.0" encoding="utf-8"?>
<ds:datastoreItem xmlns:ds="http://schemas.openxmlformats.org/officeDocument/2006/customXml" ds:itemID="{794A1948-2851-D943-A34A-290DD8291F8E}">
  <ds:schemaRefs/>
</ds:datastoreItem>
</file>

<file path=customXml/itemProps120.xml><?xml version="1.0" encoding="utf-8"?>
<ds:datastoreItem xmlns:ds="http://schemas.openxmlformats.org/officeDocument/2006/customXml" ds:itemID="{38036F99-7968-1E4E-A509-CDD48CA6BCB3}">
  <ds:schemaRefs/>
</ds:datastoreItem>
</file>

<file path=customXml/itemProps121.xml><?xml version="1.0" encoding="utf-8"?>
<ds:datastoreItem xmlns:ds="http://schemas.openxmlformats.org/officeDocument/2006/customXml" ds:itemID="{BCE338FD-0C37-9148-B918-CD08A13B5568}">
  <ds:schemaRefs/>
</ds:datastoreItem>
</file>

<file path=customXml/itemProps122.xml><?xml version="1.0" encoding="utf-8"?>
<ds:datastoreItem xmlns:ds="http://schemas.openxmlformats.org/officeDocument/2006/customXml" ds:itemID="{A742691B-1461-5E49-B52C-F97BAD3A7408}">
  <ds:schemaRefs/>
</ds:datastoreItem>
</file>

<file path=customXml/itemProps123.xml><?xml version="1.0" encoding="utf-8"?>
<ds:datastoreItem xmlns:ds="http://schemas.openxmlformats.org/officeDocument/2006/customXml" ds:itemID="{DAB1AE5F-4401-FE4F-9F19-20054F0FA149}">
  <ds:schemaRefs/>
</ds:datastoreItem>
</file>

<file path=customXml/itemProps124.xml><?xml version="1.0" encoding="utf-8"?>
<ds:datastoreItem xmlns:ds="http://schemas.openxmlformats.org/officeDocument/2006/customXml" ds:itemID="{6C5FC660-95D5-5B49-BB74-C08817BA7E5D}">
  <ds:schemaRefs/>
</ds:datastoreItem>
</file>

<file path=customXml/itemProps125.xml><?xml version="1.0" encoding="utf-8"?>
<ds:datastoreItem xmlns:ds="http://schemas.openxmlformats.org/officeDocument/2006/customXml" ds:itemID="{5B987C67-F680-2646-98DC-47621C6D599B}">
  <ds:schemaRefs/>
</ds:datastoreItem>
</file>

<file path=customXml/itemProps126.xml><?xml version="1.0" encoding="utf-8"?>
<ds:datastoreItem xmlns:ds="http://schemas.openxmlformats.org/officeDocument/2006/customXml" ds:itemID="{4FF3F3C9-FF93-1243-8662-BB9286383151}">
  <ds:schemaRefs/>
</ds:datastoreItem>
</file>

<file path=customXml/itemProps127.xml><?xml version="1.0" encoding="utf-8"?>
<ds:datastoreItem xmlns:ds="http://schemas.openxmlformats.org/officeDocument/2006/customXml" ds:itemID="{BBD551ED-E01E-494D-AA9E-019679363828}">
  <ds:schemaRefs/>
</ds:datastoreItem>
</file>

<file path=customXml/itemProps128.xml><?xml version="1.0" encoding="utf-8"?>
<ds:datastoreItem xmlns:ds="http://schemas.openxmlformats.org/officeDocument/2006/customXml" ds:itemID="{918E2903-41FE-1245-A230-EF8311E0EAFA}">
  <ds:schemaRefs/>
</ds:datastoreItem>
</file>

<file path=customXml/itemProps129.xml><?xml version="1.0" encoding="utf-8"?>
<ds:datastoreItem xmlns:ds="http://schemas.openxmlformats.org/officeDocument/2006/customXml" ds:itemID="{5BA3632D-DEC2-C441-B200-1180D41B0F3F}">
  <ds:schemaRefs/>
</ds:datastoreItem>
</file>

<file path=customXml/itemProps130.xml><?xml version="1.0" encoding="utf-8"?>
<ds:datastoreItem xmlns:ds="http://schemas.openxmlformats.org/officeDocument/2006/customXml" ds:itemID="{0499A919-79B3-E240-ABDB-38933614D137}">
  <ds:schemaRefs/>
</ds:datastoreItem>
</file>

<file path=customXml/itemProps131.xml><?xml version="1.0" encoding="utf-8"?>
<ds:datastoreItem xmlns:ds="http://schemas.openxmlformats.org/officeDocument/2006/customXml" ds:itemID="{A4BB7BA0-6077-4948-B399-E72E6338AFE0}">
  <ds:schemaRefs/>
</ds:datastoreItem>
</file>

<file path=customXml/itemProps132.xml><?xml version="1.0" encoding="utf-8"?>
<ds:datastoreItem xmlns:ds="http://schemas.openxmlformats.org/officeDocument/2006/customXml" ds:itemID="{CDA307FF-483A-402E-BC06-CAF2ADA8EA5D}">
  <ds:schemaRefs/>
</ds:datastoreItem>
</file>

<file path=customXml/itemProps133.xml><?xml version="1.0" encoding="utf-8"?>
<ds:datastoreItem xmlns:ds="http://schemas.openxmlformats.org/officeDocument/2006/customXml" ds:itemID="{A7CF46B5-46D3-1445-AF32-36392277098D}">
  <ds:schemaRefs/>
</ds:datastoreItem>
</file>

<file path=customXml/itemProps134.xml><?xml version="1.0" encoding="utf-8"?>
<ds:datastoreItem xmlns:ds="http://schemas.openxmlformats.org/officeDocument/2006/customXml" ds:itemID="{3612DEF4-CF16-9B4B-A882-EEBB48AAB2DC}">
  <ds:schemaRefs/>
</ds:datastoreItem>
</file>

<file path=customXml/itemProps135.xml><?xml version="1.0" encoding="utf-8"?>
<ds:datastoreItem xmlns:ds="http://schemas.openxmlformats.org/officeDocument/2006/customXml" ds:itemID="{4DA52614-8C3A-CF46-91D4-616265C21BC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K16_Zuehlke_Master_DE_20220503-VIML0374</Template>
  <TotalTime>20</TotalTime>
  <Words>1332</Words>
  <Application>Microsoft Macintosh PowerPoint</Application>
  <PresentationFormat>Widescreen</PresentationFormat>
  <Paragraphs>140</Paragraphs>
  <Slides>10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AA Zuehlke</vt:lpstr>
      <vt:lpstr>AA Zuehlke Medium</vt:lpstr>
      <vt:lpstr>Arial</vt:lpstr>
      <vt:lpstr>Open Sans Extrabold</vt:lpstr>
      <vt:lpstr>Symbol</vt:lpstr>
      <vt:lpstr>Wingdings</vt:lpstr>
      <vt:lpstr>Wingdings 2</vt:lpstr>
      <vt:lpstr>Zühlke</vt:lpstr>
      <vt:lpstr>think-cell Slide</vt:lpstr>
      <vt:lpstr>Smart Office</vt:lpstr>
      <vt:lpstr>Executive Summary</vt:lpstr>
      <vt:lpstr>Client Challenge and Success</vt:lpstr>
      <vt:lpstr>Proposed Full Solution</vt:lpstr>
      <vt:lpstr>Architecture for Full Delivery</vt:lpstr>
      <vt:lpstr>PoC Scope and Validation Goals</vt:lpstr>
      <vt:lpstr>PoC Results, SDLC and Learnings</vt:lpstr>
      <vt:lpstr>Roadmap and Team</vt:lpstr>
      <vt:lpstr>Commercial Proposal</vt:lpstr>
      <vt:lpstr>Risks, Assumptions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Zühlke</dc:creator>
  <dc:description/>
  <cp:lastModifiedBy>Simic, Marko</cp:lastModifiedBy>
  <cp:revision>22</cp:revision>
  <dcterms:created xsi:type="dcterms:W3CDTF">2026-09-24T14:12:29Z</dcterms:created>
  <dcterms:modified xsi:type="dcterms:W3CDTF">2026-09-24T15:13:06Z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0x010100AED8E6AD952BA74A855EB02C79D83CD1</vt:lpwstr>
  </property>
  <property fmtid="{D5CDD505-2E9C-101B-9397-08002B2CF9AE}" pid="3" name="MediaServiceImageTags">
    <vt:lpwstr/>
  </property>
  <property fmtid="{D5CDD505-2E9C-101B-9397-08002B2CF9AE}" pid="4" name="TemplafyTimeStamp">
    <vt:lpwstr>2026-06-18T10:13:55</vt:lpwstr>
  </property>
  <property fmtid="{D5CDD505-2E9C-101B-9397-08002B2CF9AE}" pid="5" name="TemplafyTenantId">
    <vt:lpwstr>zuehlke</vt:lpwstr>
  </property>
  <property fmtid="{D5CDD505-2E9C-101B-9397-08002B2CF9AE}" pid="6" name="TemplafyTemplateId">
    <vt:lpwstr>1262172932105830432</vt:lpwstr>
  </property>
  <property fmtid="{D5CDD505-2E9C-101B-9397-08002B2CF9AE}" pid="7" name="TemplafyUserProfileId">
    <vt:lpwstr>637801768778429667</vt:lpwstr>
  </property>
  <property fmtid="{D5CDD505-2E9C-101B-9397-08002B2CF9AE}" pid="8" name="TemplafyFromBlank">
    <vt:bool>false</vt:bool>
  </property>
  <property fmtid="{D5CDD505-2E9C-101B-9397-08002B2CF9AE}" pid="9" name="MSIP_Label_382d5f03-5700-4dc7-a1c3-a61da442dd69_Enabled">
    <vt:lpwstr>true</vt:lpwstr>
  </property>
  <property fmtid="{D5CDD505-2E9C-101B-9397-08002B2CF9AE}" pid="10" name="MSIP_Label_382d5f03-5700-4dc7-a1c3-a61da442dd69_SetDate">
    <vt:lpwstr>2026-09-24T14:13:06Z</vt:lpwstr>
  </property>
  <property fmtid="{D5CDD505-2E9C-101B-9397-08002B2CF9AE}" pid="11" name="MSIP_Label_382d5f03-5700-4dc7-a1c3-a61da442dd69_Method">
    <vt:lpwstr>Standard</vt:lpwstr>
  </property>
  <property fmtid="{D5CDD505-2E9C-101B-9397-08002B2CF9AE}" pid="12" name="MSIP_Label_382d5f03-5700-4dc7-a1c3-a61da442dd69_Name">
    <vt:lpwstr>SL300</vt:lpwstr>
  </property>
  <property fmtid="{D5CDD505-2E9C-101B-9397-08002B2CF9AE}" pid="13" name="MSIP_Label_382d5f03-5700-4dc7-a1c3-a61da442dd69_SiteId">
    <vt:lpwstr>ccce7f5e-a35f-4bc3-8e63-b2215e7d14f9</vt:lpwstr>
  </property>
  <property fmtid="{D5CDD505-2E9C-101B-9397-08002B2CF9AE}" pid="14" name="MSIP_Label_382d5f03-5700-4dc7-a1c3-a61da442dd69_ActionId">
    <vt:lpwstr>3afbb2c6-d2ed-4e24-9341-ec1ecfe3de7d</vt:lpwstr>
  </property>
  <property fmtid="{D5CDD505-2E9C-101B-9397-08002B2CF9AE}" pid="15" name="MSIP_Label_382d5f03-5700-4dc7-a1c3-a61da442dd69_ContentBits">
    <vt:lpwstr>0</vt:lpwstr>
  </property>
  <property fmtid="{D5CDD505-2E9C-101B-9397-08002B2CF9AE}" pid="16" name="MSIP_Label_382d5f03-5700-4dc7-a1c3-a61da442dd69_Tag">
    <vt:lpwstr>50, 3, 0, 1</vt:lpwstr>
  </property>
</Properties>
</file>