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00.xml" ContentType="application/vnd.openxmlformats-officedocument.customXmlProperties+xml"/>
  <Override PartName="/customXml/itemProps101.xml" ContentType="application/vnd.openxmlformats-officedocument.customXmlProperties+xml"/>
  <Override PartName="/customXml/itemProps102.xml" ContentType="application/vnd.openxmlformats-officedocument.customXmlProperties+xml"/>
  <Override PartName="/customXml/itemProps103.xml" ContentType="application/vnd.openxmlformats-officedocument.customXmlProperties+xml"/>
  <Override PartName="/customXml/itemProps104.xml" ContentType="application/vnd.openxmlformats-officedocument.customXmlProperties+xml"/>
  <Override PartName="/customXml/itemProps105.xml" ContentType="application/vnd.openxmlformats-officedocument.customXmlProperties+xml"/>
  <Override PartName="/customXml/itemProps106.xml" ContentType="application/vnd.openxmlformats-officedocument.customXmlProperties+xml"/>
  <Override PartName="/customXml/itemProps107.xml" ContentType="application/vnd.openxmlformats-officedocument.customXmlProperties+xml"/>
  <Override PartName="/customXml/itemProps108.xml" ContentType="application/vnd.openxmlformats-officedocument.customXmlProperties+xml"/>
  <Override PartName="/customXml/itemProps109.xml" ContentType="application/vnd.openxmlformats-officedocument.customXmlProperties+xml"/>
  <Override PartName="/customXml/itemProps11.xml" ContentType="application/vnd.openxmlformats-officedocument.customXmlProperties+xml"/>
  <Override PartName="/customXml/itemProps110.xml" ContentType="application/vnd.openxmlformats-officedocument.customXmlProperties+xml"/>
  <Override PartName="/customXml/itemProps111.xml" ContentType="application/vnd.openxmlformats-officedocument.customXmlProperties+xml"/>
  <Override PartName="/customXml/itemProps112.xml" ContentType="application/vnd.openxmlformats-officedocument.customXmlProperties+xml"/>
  <Override PartName="/customXml/itemProps113.xml" ContentType="application/vnd.openxmlformats-officedocument.customXmlProperties+xml"/>
  <Override PartName="/customXml/itemProps114.xml" ContentType="application/vnd.openxmlformats-officedocument.customXmlProperties+xml"/>
  <Override PartName="/customXml/itemProps115.xml" ContentType="application/vnd.openxmlformats-officedocument.customXmlProperties+xml"/>
  <Override PartName="/customXml/itemProps116.xml" ContentType="application/vnd.openxmlformats-officedocument.customXmlProperties+xml"/>
  <Override PartName="/customXml/itemProps117.xml" ContentType="application/vnd.openxmlformats-officedocument.customXmlProperties+xml"/>
  <Override PartName="/customXml/itemProps118.xml" ContentType="application/vnd.openxmlformats-officedocument.customXmlProperties+xml"/>
  <Override PartName="/customXml/itemProps119.xml" ContentType="application/vnd.openxmlformats-officedocument.customXmlProperties+xml"/>
  <Override PartName="/customXml/itemProps12.xml" ContentType="application/vnd.openxmlformats-officedocument.customXmlProperties+xml"/>
  <Override PartName="/customXml/itemProps120.xml" ContentType="application/vnd.openxmlformats-officedocument.customXmlProperties+xml"/>
  <Override PartName="/customXml/itemProps121.xml" ContentType="application/vnd.openxmlformats-officedocument.customXmlProperties+xml"/>
  <Override PartName="/customXml/itemProps122.xml" ContentType="application/vnd.openxmlformats-officedocument.customXmlProperties+xml"/>
  <Override PartName="/customXml/itemProps123.xml" ContentType="application/vnd.openxmlformats-officedocument.customXmlProperties+xml"/>
  <Override PartName="/customXml/itemProps124.xml" ContentType="application/vnd.openxmlformats-officedocument.customXmlProperties+xml"/>
  <Override PartName="/customXml/itemProps125.xml" ContentType="application/vnd.openxmlformats-officedocument.customXmlProperties+xml"/>
  <Override PartName="/customXml/itemProps126.xml" ContentType="application/vnd.openxmlformats-officedocument.customXmlProperties+xml"/>
  <Override PartName="/customXml/itemProps127.xml" ContentType="application/vnd.openxmlformats-officedocument.customXmlProperties+xml"/>
  <Override PartName="/customXml/itemProps128.xml" ContentType="application/vnd.openxmlformats-officedocument.customXmlProperties+xml"/>
  <Override PartName="/customXml/itemProps129.xml" ContentType="application/vnd.openxmlformats-officedocument.customXmlProperties+xml"/>
  <Override PartName="/customXml/itemProps13.xml" ContentType="application/vnd.openxmlformats-officedocument.customXmlProperties+xml"/>
  <Override PartName="/customXml/itemProps130.xml" ContentType="application/vnd.openxmlformats-officedocument.customXmlProperties+xml"/>
  <Override PartName="/customXml/itemProps131.xml" ContentType="application/vnd.openxmlformats-officedocument.customXmlProperties+xml"/>
  <Override PartName="/customXml/itemProps132.xml" ContentType="application/vnd.openxmlformats-officedocument.customXmlProperties+xml"/>
  <Override PartName="/customXml/itemProps13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62.xml" ContentType="application/vnd.openxmlformats-officedocument.customXmlProperties+xml"/>
  <Override PartName="/customXml/itemProps63.xml" ContentType="application/vnd.openxmlformats-officedocument.customXmlProperties+xml"/>
  <Override PartName="/customXml/itemProps64.xml" ContentType="application/vnd.openxmlformats-officedocument.customXmlProperties+xml"/>
  <Override PartName="/customXml/itemProps65.xml" ContentType="application/vnd.openxmlformats-officedocument.customXmlProperties+xml"/>
  <Override PartName="/customXml/itemProps66.xml" ContentType="application/vnd.openxmlformats-officedocument.customXmlProperties+xml"/>
  <Override PartName="/customXml/itemProps67.xml" ContentType="application/vnd.openxmlformats-officedocument.customXmlProperties+xml"/>
  <Override PartName="/customXml/itemProps68.xml" ContentType="application/vnd.openxmlformats-officedocument.customXmlProperties+xml"/>
  <Override PartName="/customXml/itemProps69.xml" ContentType="application/vnd.openxmlformats-officedocument.customXmlProperties+xml"/>
  <Override PartName="/customXml/itemProps7.xml" ContentType="application/vnd.openxmlformats-officedocument.customXmlProperties+xml"/>
  <Override PartName="/customXml/itemProps70.xml" ContentType="application/vnd.openxmlformats-officedocument.customXmlProperties+xml"/>
  <Override PartName="/customXml/itemProps71.xml" ContentType="application/vnd.openxmlformats-officedocument.customXmlProperties+xml"/>
  <Override PartName="/customXml/itemProps72.xml" ContentType="application/vnd.openxmlformats-officedocument.customXmlProperties+xml"/>
  <Override PartName="/customXml/itemProps73.xml" ContentType="application/vnd.openxmlformats-officedocument.customXmlProperties+xml"/>
  <Override PartName="/customXml/itemProps74.xml" ContentType="application/vnd.openxmlformats-officedocument.customXmlProperties+xml"/>
  <Override PartName="/customXml/itemProps75.xml" ContentType="application/vnd.openxmlformats-officedocument.customXmlProperties+xml"/>
  <Override PartName="/customXml/itemProps76.xml" ContentType="application/vnd.openxmlformats-officedocument.customXmlProperties+xml"/>
  <Override PartName="/customXml/itemProps77.xml" ContentType="application/vnd.openxmlformats-officedocument.customXmlProperties+xml"/>
  <Override PartName="/customXml/itemProps78.xml" ContentType="application/vnd.openxmlformats-officedocument.customXmlProperties+xml"/>
  <Override PartName="/customXml/itemProps79.xml" ContentType="application/vnd.openxmlformats-officedocument.customXmlProperties+xml"/>
  <Override PartName="/customXml/itemProps8.xml" ContentType="application/vnd.openxmlformats-officedocument.customXmlProperties+xml"/>
  <Override PartName="/customXml/itemProps80.xml" ContentType="application/vnd.openxmlformats-officedocument.customXmlProperties+xml"/>
  <Override PartName="/customXml/itemProps81.xml" ContentType="application/vnd.openxmlformats-officedocument.customXmlProperties+xml"/>
  <Override PartName="/customXml/itemProps82.xml" ContentType="application/vnd.openxmlformats-officedocument.customXmlProperties+xml"/>
  <Override PartName="/customXml/itemProps83.xml" ContentType="application/vnd.openxmlformats-officedocument.customXmlProperties+xml"/>
  <Override PartName="/customXml/itemProps84.xml" ContentType="application/vnd.openxmlformats-officedocument.customXmlProperties+xml"/>
  <Override PartName="/customXml/itemProps85.xml" ContentType="application/vnd.openxmlformats-officedocument.customXmlProperties+xml"/>
  <Override PartName="/customXml/itemProps86.xml" ContentType="application/vnd.openxmlformats-officedocument.customXmlProperties+xml"/>
  <Override PartName="/customXml/itemProps87.xml" ContentType="application/vnd.openxmlformats-officedocument.customXmlProperties+xml"/>
  <Override PartName="/customXml/itemProps88.xml" ContentType="application/vnd.openxmlformats-officedocument.customXmlProperties+xml"/>
  <Override PartName="/customXml/itemProps89.xml" ContentType="application/vnd.openxmlformats-officedocument.customXmlProperties+xml"/>
  <Override PartName="/customXml/itemProps9.xml" ContentType="application/vnd.openxmlformats-officedocument.customXmlProperties+xml"/>
  <Override PartName="/customXml/itemProps90.xml" ContentType="application/vnd.openxmlformats-officedocument.customXmlProperties+xml"/>
  <Override PartName="/customXml/itemProps91.xml" ContentType="application/vnd.openxmlformats-officedocument.customXmlProperties+xml"/>
  <Override PartName="/customXml/itemProps92.xml" ContentType="application/vnd.openxmlformats-officedocument.customXmlProperties+xml"/>
  <Override PartName="/customXml/itemProps93.xml" ContentType="application/vnd.openxmlformats-officedocument.customXmlProperties+xml"/>
  <Override PartName="/customXml/itemProps94.xml" ContentType="application/vnd.openxmlformats-officedocument.customXmlProperties+xml"/>
  <Override PartName="/customXml/itemProps95.xml" ContentType="application/vnd.openxmlformats-officedocument.customXmlProperties+xml"/>
  <Override PartName="/customXml/itemProps96.xml" ContentType="application/vnd.openxmlformats-officedocument.customXmlProperties+xml"/>
  <Override PartName="/customXml/itemProps97.xml" ContentType="application/vnd.openxmlformats-officedocument.customXmlProperties+xml"/>
  <Override PartName="/customXml/itemProps98.xml" ContentType="application/vnd.openxmlformats-officedocument.customXmlProperties+xml"/>
  <Override PartName="/customXml/itemProps9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2.bin" ContentType="application/vnd.openxmlformats-officedocument.oleObject"/>
  <Override PartName="/ppt/embeddings/oleObject14.bin" ContentType="application/vnd.openxmlformats-officedocument.oleObject"/>
  <Override PartName="/ppt/embeddings/oleObject19.bin" ContentType="application/vnd.openxmlformats-officedocument.oleObject"/>
  <Override PartName="/ppt/embeddings/oleObject2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.svg" ContentType="image/svg+xml"/>
  <Override PartName="/ppt/media/image21.svg" ContentType="image/svg+xml"/>
  <Override PartName="/ppt/media/image22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3.svg" ContentType="image/svg+xml"/>
  <Override PartName="/ppt/media/image4.svg" ContentType="image/svg+xml"/>
  <Override PartName="/ppt/media/image4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34"/>
  </p:sldMasterIdLst>
  <p:notesMasterIdLst>
    <p:notesMasterId r:id="rId172"/>
  </p:notesMasterIdLst>
  <p:handoutMasterIdLst>
    <p:handoutMasterId r:id="rId173"/>
  </p:handoutMasterIdLst>
  <p:sldIdLst>
    <p:sldId id="257" r:id="rId178"/>
    <p:sldId id="258" r:id="rId179"/>
    <p:sldId id="259" r:id="rId180"/>
    <p:sldId id="260" r:id="rId181"/>
    <p:sldId id="261" r:id="rId182"/>
    <p:sldId id="262" r:id="rId183"/>
    <p:sldId id="263" r:id="rId184"/>
    <p:sldId id="264" r:id="rId185"/>
    <p:sldId id="265" r:id="rId186"/>
    <p:sldId id="266" r:id="rId18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B7EC538-F670-C342-8383-F0AB1344DBBD}">
          <p14:sldIdLst/>
        </p14:section>
        <p14:section name="Default Section" id="{4A2DD483-E57E-624A-BFEA-1270F156E3B0}">
          <p14:sldIdLst>
            <p14:sldId id="291"/>
            <p14:sldId id="293"/>
            <p14:sldId id="297"/>
            <p14:sldId id="301"/>
            <p14:sldId id="302"/>
            <p14:sldId id="303"/>
            <p14:sldId id="306"/>
            <p14:sldId id="2145707293"/>
            <p14:sldId id="312"/>
            <p14:sldId id="2145707306"/>
            <p14:sldId id="314"/>
            <p14:sldId id="315"/>
            <p14:sldId id="2147483116"/>
            <p14:sldId id="316"/>
            <p14:sldId id="318"/>
            <p14:sldId id="320"/>
            <p14:sldId id="322"/>
            <p14:sldId id="324"/>
            <p14:sldId id="2145707307"/>
            <p14:sldId id="327"/>
            <p14:sldId id="329"/>
            <p14:sldId id="2145707303"/>
            <p14:sldId id="332"/>
            <p14:sldId id="336"/>
            <p14:sldId id="338"/>
            <p14:sldId id="339"/>
            <p14:sldId id="340"/>
            <p14:sldId id="2147483105"/>
            <p14:sldId id="342"/>
            <p14:sldId id="256"/>
            <p14:sldId id="2147483647"/>
            <p14:sldId id="2147483646"/>
            <p14:sldId id="356"/>
            <p14:sldId id="2147480495"/>
            <p14:sldId id="2147480487"/>
            <p14:sldId id="2147480490"/>
            <p14:sldId id="362"/>
          </p14:sldIdLst>
        </p14:section>
        <p14:section name="Default Section" id="{776118AB-81F5-0440-8957-41379461AC6F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72" autoAdjust="0"/>
    <p:restoredTop sz="94726" autoAdjust="0"/>
  </p:normalViewPr>
  <p:slideViewPr>
    <p:cSldViewPr showGuides="1">
      <p:cViewPr varScale="1">
        <p:scale>
          <a:sx n="120" d="100"/>
          <a:sy n="120" d="100"/>
        </p:scale>
        <p:origin x="82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customXml" Target="../customXml/item62.xml"/><Relationship Id="rId63" Type="http://schemas.openxmlformats.org/officeDocument/2006/relationships/customXml" Target="../customXml/item63.xml"/><Relationship Id="rId64" Type="http://schemas.openxmlformats.org/officeDocument/2006/relationships/customXml" Target="../customXml/item64.xml"/><Relationship Id="rId65" Type="http://schemas.openxmlformats.org/officeDocument/2006/relationships/customXml" Target="../customXml/item65.xml"/><Relationship Id="rId66" Type="http://schemas.openxmlformats.org/officeDocument/2006/relationships/customXml" Target="../customXml/item66.xml"/><Relationship Id="rId67" Type="http://schemas.openxmlformats.org/officeDocument/2006/relationships/customXml" Target="../customXml/item67.xml"/><Relationship Id="rId68" Type="http://schemas.openxmlformats.org/officeDocument/2006/relationships/customXml" Target="../customXml/item68.xml"/><Relationship Id="rId69" Type="http://schemas.openxmlformats.org/officeDocument/2006/relationships/customXml" Target="../customXml/item69.xml"/><Relationship Id="rId70" Type="http://schemas.openxmlformats.org/officeDocument/2006/relationships/customXml" Target="../customXml/item70.xml"/><Relationship Id="rId71" Type="http://schemas.openxmlformats.org/officeDocument/2006/relationships/customXml" Target="../customXml/item71.xml"/><Relationship Id="rId72" Type="http://schemas.openxmlformats.org/officeDocument/2006/relationships/customXml" Target="../customXml/item72.xml"/><Relationship Id="rId73" Type="http://schemas.openxmlformats.org/officeDocument/2006/relationships/customXml" Target="../customXml/item73.xml"/><Relationship Id="rId74" Type="http://schemas.openxmlformats.org/officeDocument/2006/relationships/customXml" Target="../customXml/item74.xml"/><Relationship Id="rId75" Type="http://schemas.openxmlformats.org/officeDocument/2006/relationships/customXml" Target="../customXml/item75.xml"/><Relationship Id="rId76" Type="http://schemas.openxmlformats.org/officeDocument/2006/relationships/customXml" Target="../customXml/item76.xml"/><Relationship Id="rId77" Type="http://schemas.openxmlformats.org/officeDocument/2006/relationships/customXml" Target="../customXml/item77.xml"/><Relationship Id="rId78" Type="http://schemas.openxmlformats.org/officeDocument/2006/relationships/customXml" Target="../customXml/item78.xml"/><Relationship Id="rId79" Type="http://schemas.openxmlformats.org/officeDocument/2006/relationships/customXml" Target="../customXml/item79.xml"/><Relationship Id="rId80" Type="http://schemas.openxmlformats.org/officeDocument/2006/relationships/customXml" Target="../customXml/item80.xml"/><Relationship Id="rId81" Type="http://schemas.openxmlformats.org/officeDocument/2006/relationships/customXml" Target="../customXml/item81.xml"/><Relationship Id="rId82" Type="http://schemas.openxmlformats.org/officeDocument/2006/relationships/customXml" Target="../customXml/item82.xml"/><Relationship Id="rId83" Type="http://schemas.openxmlformats.org/officeDocument/2006/relationships/customXml" Target="../customXml/item83.xml"/><Relationship Id="rId84" Type="http://schemas.openxmlformats.org/officeDocument/2006/relationships/customXml" Target="../customXml/item84.xml"/><Relationship Id="rId85" Type="http://schemas.openxmlformats.org/officeDocument/2006/relationships/customXml" Target="../customXml/item85.xml"/><Relationship Id="rId86" Type="http://schemas.openxmlformats.org/officeDocument/2006/relationships/customXml" Target="../customXml/item86.xml"/><Relationship Id="rId87" Type="http://schemas.openxmlformats.org/officeDocument/2006/relationships/customXml" Target="../customXml/item87.xml"/><Relationship Id="rId88" Type="http://schemas.openxmlformats.org/officeDocument/2006/relationships/customXml" Target="../customXml/item88.xml"/><Relationship Id="rId89" Type="http://schemas.openxmlformats.org/officeDocument/2006/relationships/customXml" Target="../customXml/item89.xml"/><Relationship Id="rId90" Type="http://schemas.openxmlformats.org/officeDocument/2006/relationships/customXml" Target="../customXml/item90.xml"/><Relationship Id="rId91" Type="http://schemas.openxmlformats.org/officeDocument/2006/relationships/customXml" Target="../customXml/item91.xml"/><Relationship Id="rId92" Type="http://schemas.openxmlformats.org/officeDocument/2006/relationships/customXml" Target="../customXml/item92.xml"/><Relationship Id="rId93" Type="http://schemas.openxmlformats.org/officeDocument/2006/relationships/customXml" Target="../customXml/item93.xml"/><Relationship Id="rId94" Type="http://schemas.openxmlformats.org/officeDocument/2006/relationships/customXml" Target="../customXml/item94.xml"/><Relationship Id="rId95" Type="http://schemas.openxmlformats.org/officeDocument/2006/relationships/customXml" Target="../customXml/item95.xml"/><Relationship Id="rId96" Type="http://schemas.openxmlformats.org/officeDocument/2006/relationships/customXml" Target="../customXml/item96.xml"/><Relationship Id="rId97" Type="http://schemas.openxmlformats.org/officeDocument/2006/relationships/customXml" Target="../customXml/item97.xml"/><Relationship Id="rId98" Type="http://schemas.openxmlformats.org/officeDocument/2006/relationships/customXml" Target="../customXml/item98.xml"/><Relationship Id="rId99" Type="http://schemas.openxmlformats.org/officeDocument/2006/relationships/customXml" Target="../customXml/item99.xml"/><Relationship Id="rId100" Type="http://schemas.openxmlformats.org/officeDocument/2006/relationships/customXml" Target="../customXml/item100.xml"/><Relationship Id="rId101" Type="http://schemas.openxmlformats.org/officeDocument/2006/relationships/customXml" Target="../customXml/item101.xml"/><Relationship Id="rId102" Type="http://schemas.openxmlformats.org/officeDocument/2006/relationships/customXml" Target="../customXml/item102.xml"/><Relationship Id="rId103" Type="http://schemas.openxmlformats.org/officeDocument/2006/relationships/customXml" Target="../customXml/item103.xml"/><Relationship Id="rId104" Type="http://schemas.openxmlformats.org/officeDocument/2006/relationships/customXml" Target="../customXml/item104.xml"/><Relationship Id="rId105" Type="http://schemas.openxmlformats.org/officeDocument/2006/relationships/customXml" Target="../customXml/item105.xml"/><Relationship Id="rId106" Type="http://schemas.openxmlformats.org/officeDocument/2006/relationships/customXml" Target="../customXml/item106.xml"/><Relationship Id="rId107" Type="http://schemas.openxmlformats.org/officeDocument/2006/relationships/customXml" Target="../customXml/item107.xml"/><Relationship Id="rId108" Type="http://schemas.openxmlformats.org/officeDocument/2006/relationships/customXml" Target="../customXml/item108.xml"/><Relationship Id="rId109" Type="http://schemas.openxmlformats.org/officeDocument/2006/relationships/customXml" Target="../customXml/item109.xml"/><Relationship Id="rId110" Type="http://schemas.openxmlformats.org/officeDocument/2006/relationships/customXml" Target="../customXml/item110.xml"/><Relationship Id="rId111" Type="http://schemas.openxmlformats.org/officeDocument/2006/relationships/customXml" Target="../customXml/item111.xml"/><Relationship Id="rId112" Type="http://schemas.openxmlformats.org/officeDocument/2006/relationships/customXml" Target="../customXml/item112.xml"/><Relationship Id="rId113" Type="http://schemas.openxmlformats.org/officeDocument/2006/relationships/customXml" Target="../customXml/item113.xml"/><Relationship Id="rId114" Type="http://schemas.openxmlformats.org/officeDocument/2006/relationships/customXml" Target="../customXml/item114.xml"/><Relationship Id="rId115" Type="http://schemas.openxmlformats.org/officeDocument/2006/relationships/customXml" Target="../customXml/item115.xml"/><Relationship Id="rId116" Type="http://schemas.openxmlformats.org/officeDocument/2006/relationships/customXml" Target="../customXml/item116.xml"/><Relationship Id="rId117" Type="http://schemas.openxmlformats.org/officeDocument/2006/relationships/customXml" Target="../customXml/item117.xml"/><Relationship Id="rId118" Type="http://schemas.openxmlformats.org/officeDocument/2006/relationships/customXml" Target="../customXml/item118.xml"/><Relationship Id="rId119" Type="http://schemas.openxmlformats.org/officeDocument/2006/relationships/customXml" Target="../customXml/item119.xml"/><Relationship Id="rId120" Type="http://schemas.openxmlformats.org/officeDocument/2006/relationships/customXml" Target="../customXml/item120.xml"/><Relationship Id="rId121" Type="http://schemas.openxmlformats.org/officeDocument/2006/relationships/customXml" Target="../customXml/item121.xml"/><Relationship Id="rId122" Type="http://schemas.openxmlformats.org/officeDocument/2006/relationships/customXml" Target="../customXml/item122.xml"/><Relationship Id="rId123" Type="http://schemas.openxmlformats.org/officeDocument/2006/relationships/customXml" Target="../customXml/item123.xml"/><Relationship Id="rId124" Type="http://schemas.openxmlformats.org/officeDocument/2006/relationships/customXml" Target="../customXml/item124.xml"/><Relationship Id="rId125" Type="http://schemas.openxmlformats.org/officeDocument/2006/relationships/customXml" Target="../customXml/item125.xml"/><Relationship Id="rId126" Type="http://schemas.openxmlformats.org/officeDocument/2006/relationships/customXml" Target="../customXml/item126.xml"/><Relationship Id="rId127" Type="http://schemas.openxmlformats.org/officeDocument/2006/relationships/customXml" Target="../customXml/item127.xml"/><Relationship Id="rId128" Type="http://schemas.openxmlformats.org/officeDocument/2006/relationships/customXml" Target="../customXml/item128.xml"/><Relationship Id="rId129" Type="http://schemas.openxmlformats.org/officeDocument/2006/relationships/customXml" Target="../customXml/item129.xml"/><Relationship Id="rId130" Type="http://schemas.openxmlformats.org/officeDocument/2006/relationships/customXml" Target="../customXml/item130.xml"/><Relationship Id="rId131" Type="http://schemas.openxmlformats.org/officeDocument/2006/relationships/customXml" Target="../customXml/item131.xml"/><Relationship Id="rId132" Type="http://schemas.openxmlformats.org/officeDocument/2006/relationships/customXml" Target="../customXml/item132.xml"/><Relationship Id="rId133" Type="http://schemas.openxmlformats.org/officeDocument/2006/relationships/customXml" Target="../customXml/item133.xml"/><Relationship Id="rId134" Type="http://schemas.openxmlformats.org/officeDocument/2006/relationships/slideMaster" Target="slideMasters/slideMaster1.xml"/><Relationship Id="rId172" Type="http://schemas.openxmlformats.org/officeDocument/2006/relationships/notesMaster" Target="notesMasters/notesMaster1.xml"/><Relationship Id="rId173" Type="http://schemas.openxmlformats.org/officeDocument/2006/relationships/handoutMaster" Target="handoutMasters/handoutMaster1.xml"/><Relationship Id="rId174" Type="http://schemas.openxmlformats.org/officeDocument/2006/relationships/presProps" Target="presProps.xml"/><Relationship Id="rId175" Type="http://schemas.openxmlformats.org/officeDocument/2006/relationships/viewProps" Target="viewProps.xml"/><Relationship Id="rId176" Type="http://schemas.openxmlformats.org/officeDocument/2006/relationships/theme" Target="theme/theme1.xml"/><Relationship Id="rId177" Type="http://schemas.openxmlformats.org/officeDocument/2006/relationships/tableStyles" Target="tableStyles.xml"/><Relationship Id="rId178" Type="http://schemas.openxmlformats.org/officeDocument/2006/relationships/slide" Target="slides/slide1.xml"/><Relationship Id="rId179" Type="http://schemas.openxmlformats.org/officeDocument/2006/relationships/slide" Target="slides/slide2.xml"/><Relationship Id="rId180" Type="http://schemas.openxmlformats.org/officeDocument/2006/relationships/slide" Target="slides/slide3.xml"/><Relationship Id="rId181" Type="http://schemas.openxmlformats.org/officeDocument/2006/relationships/slide" Target="slides/slide4.xml"/><Relationship Id="rId182" Type="http://schemas.openxmlformats.org/officeDocument/2006/relationships/slide" Target="slides/slide5.xml"/><Relationship Id="rId183" Type="http://schemas.openxmlformats.org/officeDocument/2006/relationships/slide" Target="slides/slide6.xml"/><Relationship Id="rId184" Type="http://schemas.openxmlformats.org/officeDocument/2006/relationships/slide" Target="slides/slide7.xml"/><Relationship Id="rId185" Type="http://schemas.openxmlformats.org/officeDocument/2006/relationships/slide" Target="slides/slide8.xml"/><Relationship Id="rId186" Type="http://schemas.openxmlformats.org/officeDocument/2006/relationships/slide" Target="slides/slide9.xml"/><Relationship Id="rId187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24.09.26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24.09.26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ictly Confidential" descr="{&quot;templafy&quot;:{&quot;id&quot;:&quot;425d340e-7bfc-4685-b2d0-ed996d007090&quot;}}" hidden="1">
            <a:extLst>
              <a:ext uri="{FF2B5EF4-FFF2-40B4-BE49-F238E27FC236}">
                <a16:creationId xmlns:a16="http://schemas.microsoft.com/office/drawing/2014/main" id="{33F6D3B1-734B-D35A-3719-6F06F7459C39}"/>
              </a:ext>
            </a:extLst>
          </p:cNvPr>
          <p:cNvSpPr/>
          <p:nvPr userDrawn="1"/>
        </p:nvSpPr>
        <p:spPr bwMode="gray">
          <a:xfrm>
            <a:off x="0" y="547199"/>
            <a:ext cx="262943" cy="1307758"/>
          </a:xfrm>
          <a:prstGeom prst="rect">
            <a:avLst/>
          </a:prstGeom>
          <a:solidFill>
            <a:srgbClr val="F6B1B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Highly 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0" name="Restricted" descr="{&quot;templafy&quot;:{&quot;id&quot;:&quot;b3fe5475-1c13-49cc-9f86-d88c4995a354&quot;}}">
            <a:extLst>
              <a:ext uri="{FF2B5EF4-FFF2-40B4-BE49-F238E27FC236}">
                <a16:creationId xmlns:a16="http://schemas.microsoft.com/office/drawing/2014/main" id="{58C7CAF7-1D0B-E688-CB4B-C67A5A066DF5}"/>
              </a:ext>
            </a:extLst>
          </p:cNvPr>
          <p:cNvSpPr/>
          <p:nvPr userDrawn="1"/>
        </p:nvSpPr>
        <p:spPr bwMode="gray">
          <a:xfrm>
            <a:off x="0" y="548491"/>
            <a:ext cx="262943" cy="937143"/>
          </a:xfrm>
          <a:prstGeom prst="rect">
            <a:avLst/>
          </a:prstGeom>
          <a:solidFill>
            <a:srgbClr val="FFBE8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2" name="Confidential" descr="{&quot;templafy&quot;:{&quot;id&quot;:&quot;f5eea981-aefe-4cb0-8211-b918a14b5a15&quot;}}" hidden="1">
            <a:extLst>
              <a:ext uri="{FF2B5EF4-FFF2-40B4-BE49-F238E27FC236}">
                <a16:creationId xmlns:a16="http://schemas.microsoft.com/office/drawing/2014/main" id="{04125C8D-B102-DE1C-0E64-860DC1942905}"/>
              </a:ext>
            </a:extLst>
          </p:cNvPr>
          <p:cNvSpPr/>
          <p:nvPr userDrawn="1"/>
        </p:nvSpPr>
        <p:spPr bwMode="gray">
          <a:xfrm>
            <a:off x="0" y="547199"/>
            <a:ext cx="262943" cy="709517"/>
          </a:xfrm>
          <a:prstGeom prst="rect">
            <a:avLst/>
          </a:prstGeom>
          <a:solidFill>
            <a:srgbClr val="FFF7B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General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4" name="Public" descr="{&quot;templafy&quot;:{&quot;id&quot;:&quot;9081ab6c-a915-48f5-ad45-6e1e44995221&quot;}}" hidden="1">
            <a:extLst>
              <a:ext uri="{FF2B5EF4-FFF2-40B4-BE49-F238E27FC236}">
                <a16:creationId xmlns:a16="http://schemas.microsoft.com/office/drawing/2014/main" id="{D92D7061-6CCF-9C4F-DF45-42B9A7CC63DE}"/>
              </a:ext>
            </a:extLst>
          </p:cNvPr>
          <p:cNvSpPr/>
          <p:nvPr userDrawn="1"/>
        </p:nvSpPr>
        <p:spPr bwMode="gray">
          <a:xfrm>
            <a:off x="0" y="548259"/>
            <a:ext cx="262943" cy="6187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Public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  <p:sp>
        <p:nvSpPr>
          <p:cNvPr id="4" name="Strictly Confidential" descr="{&quot;templafy&quot;:{&quot;id&quot;:&quot;2aadfe5e-eee6-4d34-951d-2572b44727d5&quot;}}" hidden="1">
            <a:extLst>
              <a:ext uri="{FF2B5EF4-FFF2-40B4-BE49-F238E27FC236}">
                <a16:creationId xmlns:a16="http://schemas.microsoft.com/office/drawing/2014/main" id="{C827EDA2-1B9C-57C7-65A6-1F6259451083}"/>
              </a:ext>
            </a:extLst>
          </p:cNvPr>
          <p:cNvSpPr/>
          <p:nvPr userDrawn="1"/>
        </p:nvSpPr>
        <p:spPr bwMode="gray">
          <a:xfrm>
            <a:off x="0" y="547199"/>
            <a:ext cx="262943" cy="1307758"/>
          </a:xfrm>
          <a:prstGeom prst="rect">
            <a:avLst/>
          </a:prstGeom>
          <a:solidFill>
            <a:srgbClr val="F6B1B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Highly 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9" name="Restricted" descr="{&quot;templafy&quot;:{&quot;id&quot;:&quot;22f04441-80bc-4991-b41e-277bd813d087&quot;}}">
            <a:extLst>
              <a:ext uri="{FF2B5EF4-FFF2-40B4-BE49-F238E27FC236}">
                <a16:creationId xmlns:a16="http://schemas.microsoft.com/office/drawing/2014/main" id="{C1D15E40-5CB4-EBC3-BCCA-83E3D93EECAA}"/>
              </a:ext>
            </a:extLst>
          </p:cNvPr>
          <p:cNvSpPr/>
          <p:nvPr userDrawn="1"/>
        </p:nvSpPr>
        <p:spPr bwMode="gray">
          <a:xfrm>
            <a:off x="0" y="548491"/>
            <a:ext cx="262943" cy="937143"/>
          </a:xfrm>
          <a:prstGeom prst="rect">
            <a:avLst/>
          </a:prstGeom>
          <a:solidFill>
            <a:srgbClr val="FFBE8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1" name="Confidential" descr="{&quot;templafy&quot;:{&quot;id&quot;:&quot;fba74629-e33a-4ee7-aaac-8211618a892a&quot;}}" hidden="1">
            <a:extLst>
              <a:ext uri="{FF2B5EF4-FFF2-40B4-BE49-F238E27FC236}">
                <a16:creationId xmlns:a16="http://schemas.microsoft.com/office/drawing/2014/main" id="{D993BC33-40D0-7351-6D9C-BB6E75A95EE1}"/>
              </a:ext>
            </a:extLst>
          </p:cNvPr>
          <p:cNvSpPr/>
          <p:nvPr userDrawn="1"/>
        </p:nvSpPr>
        <p:spPr bwMode="gray">
          <a:xfrm>
            <a:off x="0" y="547199"/>
            <a:ext cx="262943" cy="709517"/>
          </a:xfrm>
          <a:prstGeom prst="rect">
            <a:avLst/>
          </a:prstGeom>
          <a:solidFill>
            <a:srgbClr val="FFF7B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General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3" name="Public" descr="{&quot;templafy&quot;:{&quot;id&quot;:&quot;7180391f-48c2-43de-ab25-c7939b6c8cd9&quot;}}" hidden="1">
            <a:extLst>
              <a:ext uri="{FF2B5EF4-FFF2-40B4-BE49-F238E27FC236}">
                <a16:creationId xmlns:a16="http://schemas.microsoft.com/office/drawing/2014/main" id="{6D8AD709-9F35-89FE-5A21-572A74FBAC5C}"/>
              </a:ext>
            </a:extLst>
          </p:cNvPr>
          <p:cNvSpPr/>
          <p:nvPr userDrawn="1"/>
        </p:nvSpPr>
        <p:spPr bwMode="gray">
          <a:xfrm>
            <a:off x="0" y="548259"/>
            <a:ext cx="262943" cy="6187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Public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7b3ad3c9-70c3-4447-a8b0-776bcfaae48f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b1874bbb-97ef-4e61-ad5f-36dc19b7f989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b1d832d3-6988-4aa1-ba8c-433387221732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Simic, Marko</a:t>
            </a:r>
          </a:p>
        </p:txBody>
      </p:sp>
      <p:sp>
        <p:nvSpPr>
          <p:cNvPr id="7" name="Strictly Confidential" descr="{&quot;templafy&quot;:{&quot;id&quot;:&quot;75ff590f-65b8-4387-a61a-3d297c149663&quot;}}" hidden="1">
            <a:extLst>
              <a:ext uri="{FF2B5EF4-FFF2-40B4-BE49-F238E27FC236}">
                <a16:creationId xmlns:a16="http://schemas.microsoft.com/office/drawing/2014/main" id="{5D8C1202-CC9E-0634-72D2-65A7B925A282}"/>
              </a:ext>
            </a:extLst>
          </p:cNvPr>
          <p:cNvSpPr/>
          <p:nvPr userDrawn="1"/>
        </p:nvSpPr>
        <p:spPr bwMode="gray">
          <a:xfrm>
            <a:off x="0" y="547199"/>
            <a:ext cx="262943" cy="1307758"/>
          </a:xfrm>
          <a:prstGeom prst="rect">
            <a:avLst/>
          </a:prstGeom>
          <a:solidFill>
            <a:srgbClr val="F6B1B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Highly 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2" name="Restricted" descr="{&quot;templafy&quot;:{&quot;id&quot;:&quot;3db42456-7fb4-43c3-b013-ca7f0cd76140&quot;}}">
            <a:extLst>
              <a:ext uri="{FF2B5EF4-FFF2-40B4-BE49-F238E27FC236}">
                <a16:creationId xmlns:a16="http://schemas.microsoft.com/office/drawing/2014/main" id="{67C23314-03AB-84E8-91BA-DA89B3BC8461}"/>
              </a:ext>
            </a:extLst>
          </p:cNvPr>
          <p:cNvSpPr/>
          <p:nvPr userDrawn="1"/>
        </p:nvSpPr>
        <p:spPr bwMode="gray">
          <a:xfrm>
            <a:off x="0" y="548491"/>
            <a:ext cx="262943" cy="937143"/>
          </a:xfrm>
          <a:prstGeom prst="rect">
            <a:avLst/>
          </a:prstGeom>
          <a:solidFill>
            <a:srgbClr val="FFBE8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5" name="Confidential" descr="{&quot;templafy&quot;:{&quot;id&quot;:&quot;8ef51664-341b-46dd-9894-c9c052ef2031&quot;}}" hidden="1">
            <a:extLst>
              <a:ext uri="{FF2B5EF4-FFF2-40B4-BE49-F238E27FC236}">
                <a16:creationId xmlns:a16="http://schemas.microsoft.com/office/drawing/2014/main" id="{C361C641-0879-7C65-CEDF-9DDCDED91D34}"/>
              </a:ext>
            </a:extLst>
          </p:cNvPr>
          <p:cNvSpPr/>
          <p:nvPr userDrawn="1"/>
        </p:nvSpPr>
        <p:spPr bwMode="gray">
          <a:xfrm>
            <a:off x="0" y="547199"/>
            <a:ext cx="262943" cy="709517"/>
          </a:xfrm>
          <a:prstGeom prst="rect">
            <a:avLst/>
          </a:prstGeom>
          <a:solidFill>
            <a:srgbClr val="FFF7B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General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3" name="Public" descr="{&quot;templafy&quot;:{&quot;id&quot;:&quot;9df4ba84-cc1c-40ea-abfe-7db786986830&quot;}}" hidden="1">
            <a:extLst>
              <a:ext uri="{FF2B5EF4-FFF2-40B4-BE49-F238E27FC236}">
                <a16:creationId xmlns:a16="http://schemas.microsoft.com/office/drawing/2014/main" id="{A2EE2436-1249-B2FA-24C6-AD13195A4F84}"/>
              </a:ext>
            </a:extLst>
          </p:cNvPr>
          <p:cNvSpPr/>
          <p:nvPr userDrawn="1"/>
        </p:nvSpPr>
        <p:spPr bwMode="gray">
          <a:xfrm>
            <a:off x="0" y="548259"/>
            <a:ext cx="262943" cy="6187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Public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df2bbf1d-a17f-446d-b874-21c0cad9b21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7453f512-fe25-448d-aeca-165ef7d1bc6f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4eb11d6-1d84-46b2-9faa-f33aade495f4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Simic, Marko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fa6eb347-6f1a-41a5-86ab-f3ed2331dc4f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1c996d7c-1d8e-4a3f-b2e1-cfce78d0281c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bbc6435c-78b3-4e83-82f4-fa97de65b29d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Simic, Marko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| big pictur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>
                <a:solidFill>
                  <a:schemeClr val="tx1"/>
                </a:solidFill>
              </a:rPr>
            </a:br>
            <a:r>
              <a:rPr lang="en-US" sz="100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>
              <a:solidFill>
                <a:schemeClr val="tx1"/>
              </a:solidFill>
            </a:endParaRP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80B94B-89C1-12DA-AC6E-B7A5E22432B5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 rot="10800000" flipV="1">
            <a:off x="10485396" y="7339685"/>
            <a:ext cx="679792" cy="144000"/>
          </a:xfrm>
        </p:spPr>
        <p:txBody>
          <a:bodyPr/>
          <a:lstStyle/>
          <a:p>
            <a:pPr algn="r"/>
            <a:fld id="{99FDD5A6-E234-364D-BF53-77E46CEAF13B}" type="datetime1">
              <a:rPr lang="de-CH" smtClean="0"/>
              <a:t>24.09.26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13D2C1-0C6E-E21B-E740-CD44A5F6C92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628412" y="7339685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7F857-A9A8-A647-7F50-253F7520DC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46916" y="73396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5822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>
          <p15:clr>
            <a:srgbClr val="C35EA4"/>
          </p15:clr>
        </p15:guide>
        <p15:guide id="2" orient="horz" pos="346">
          <p15:clr>
            <a:srgbClr val="C35EA4"/>
          </p15:clr>
        </p15:guide>
        <p15:guide id="3" orient="horz" pos="3884">
          <p15:clr>
            <a:srgbClr val="C35EA4"/>
          </p15:clr>
        </p15:guide>
        <p15:guide id="5" pos="7287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b9c9f60e-a202-41c6-977a-2c50b6b6bbba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35d0ee82-b9c0-4e37-b31b-01896c88a511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24.09.26</a:t>
            </a:fld>
            <a:endParaRPr lang="en-GB" dirty="0"/>
          </a:p>
        </p:txBody>
      </p:sp>
      <p:sp>
        <p:nvSpPr>
          <p:cNvPr id="3" name="Name" descr="{&quot;templafy&quot;:{&quot;id&quot;:&quot;af04734d-5c8b-4284-babb-4c50e3a59b4c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Simic, Marko</a:t>
            </a:r>
          </a:p>
        </p:txBody>
      </p:sp>
      <p:sp>
        <p:nvSpPr>
          <p:cNvPr id="6" name="Strictly Confidential" descr="{&quot;templafy&quot;:{&quot;id&quot;:&quot;558fe9e8-a2db-4854-9d7e-7c25ff21ab0b&quot;}}" hidden="1">
            <a:extLst>
              <a:ext uri="{FF2B5EF4-FFF2-40B4-BE49-F238E27FC236}">
                <a16:creationId xmlns:a16="http://schemas.microsoft.com/office/drawing/2014/main" id="{F346BE2D-C01F-B9AF-7B34-A9C5D2F550EC}"/>
              </a:ext>
            </a:extLst>
          </p:cNvPr>
          <p:cNvSpPr/>
          <p:nvPr userDrawn="1"/>
        </p:nvSpPr>
        <p:spPr bwMode="gray">
          <a:xfrm>
            <a:off x="0" y="547199"/>
            <a:ext cx="262943" cy="1307758"/>
          </a:xfrm>
          <a:prstGeom prst="rect">
            <a:avLst/>
          </a:prstGeom>
          <a:solidFill>
            <a:srgbClr val="F6B1B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Highly 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1" name="Restricted" descr="{&quot;templafy&quot;:{&quot;id&quot;:&quot;1efe108f-4c60-4820-bf02-2e53e7a42884&quot;}}">
            <a:extLst>
              <a:ext uri="{FF2B5EF4-FFF2-40B4-BE49-F238E27FC236}">
                <a16:creationId xmlns:a16="http://schemas.microsoft.com/office/drawing/2014/main" id="{563CC254-5A5B-F0E6-E713-7A3BA7BC9365}"/>
              </a:ext>
            </a:extLst>
          </p:cNvPr>
          <p:cNvSpPr/>
          <p:nvPr userDrawn="1"/>
        </p:nvSpPr>
        <p:spPr bwMode="gray">
          <a:xfrm>
            <a:off x="0" y="548491"/>
            <a:ext cx="262943" cy="937143"/>
          </a:xfrm>
          <a:prstGeom prst="rect">
            <a:avLst/>
          </a:prstGeom>
          <a:solidFill>
            <a:srgbClr val="FFBE8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3" name="Confidential" descr="{&quot;templafy&quot;:{&quot;id&quot;:&quot;7abd068b-a4ce-4f78-b201-191b1d5ff397&quot;}}" hidden="1">
            <a:extLst>
              <a:ext uri="{FF2B5EF4-FFF2-40B4-BE49-F238E27FC236}">
                <a16:creationId xmlns:a16="http://schemas.microsoft.com/office/drawing/2014/main" id="{A9B37174-ADEB-23F1-930F-800D8FBA20FE}"/>
              </a:ext>
            </a:extLst>
          </p:cNvPr>
          <p:cNvSpPr/>
          <p:nvPr userDrawn="1"/>
        </p:nvSpPr>
        <p:spPr bwMode="gray">
          <a:xfrm>
            <a:off x="0" y="547199"/>
            <a:ext cx="262943" cy="709517"/>
          </a:xfrm>
          <a:prstGeom prst="rect">
            <a:avLst/>
          </a:prstGeom>
          <a:solidFill>
            <a:srgbClr val="FFF7B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General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5" name="Public" descr="{&quot;templafy&quot;:{&quot;id&quot;:&quot;842a7cf7-f29e-40d2-8d65-efb4a78c89e9&quot;}}" hidden="1">
            <a:extLst>
              <a:ext uri="{FF2B5EF4-FFF2-40B4-BE49-F238E27FC236}">
                <a16:creationId xmlns:a16="http://schemas.microsoft.com/office/drawing/2014/main" id="{AA25FFB8-A4F9-FE1C-CC6E-08C92A6C530E}"/>
              </a:ext>
            </a:extLst>
          </p:cNvPr>
          <p:cNvSpPr/>
          <p:nvPr userDrawn="1"/>
        </p:nvSpPr>
        <p:spPr bwMode="gray">
          <a:xfrm>
            <a:off x="0" y="548259"/>
            <a:ext cx="262943" cy="6187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Public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37" r:id="rId22"/>
    <p:sldLayoutId id="2147483743" r:id="rId23"/>
    <p:sldLayoutId id="2147483662" r:id="rId24"/>
    <p:sldLayoutId id="2147483753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86.xml"/><Relationship Id="rId2" Type="http://schemas.openxmlformats.org/officeDocument/2006/relationships/customXml" Target="../../customXml/item30.xml"/><Relationship Id="rId3" Type="http://schemas.openxmlformats.org/officeDocument/2006/relationships/tags" Target="../tags/tag23.xml"/><Relationship Id="rId4" Type="http://schemas.openxmlformats.org/officeDocument/2006/relationships/slideLayout" Target="../slideLayouts/slideLayout19.xml"/><Relationship Id="rId6" Type="http://schemas.openxmlformats.org/officeDocument/2006/relationships/oleObject" Target="../embeddings/oleObject6.bin"/><Relationship Id="rId7" Type="http://schemas.openxmlformats.org/officeDocument/2006/relationships/image" Target="../media/image16.emf"/><Relationship Id="rId8" Type="http://schemas.openxmlformats.org/officeDocument/2006/relationships/image" Target="../media/image17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100.xml"/><Relationship Id="rId2" Type="http://schemas.openxmlformats.org/officeDocument/2006/relationships/customXml" Target="../../customXml/item101.xml"/><Relationship Id="rId3" Type="http://schemas.openxmlformats.org/officeDocument/2006/relationships/tags" Target="../tags/tag27.xml"/><Relationship Id="rId4" Type="http://schemas.openxmlformats.org/officeDocument/2006/relationships/tags" Target="../tags/tag28.xml"/><Relationship Id="rId5" Type="http://schemas.openxmlformats.org/officeDocument/2006/relationships/tags" Target="../tags/tag29.xml"/><Relationship Id="rId6" Type="http://schemas.openxmlformats.org/officeDocument/2006/relationships/slideLayout" Target="../slideLayouts/slideLayout19.xml"/><Relationship Id="rId8" Type="http://schemas.openxmlformats.org/officeDocument/2006/relationships/oleObject" Target="../embeddings/oleObject9.bin"/><Relationship Id="rId9" Type="http://schemas.openxmlformats.org/officeDocument/2006/relationships/image" Target="../media/image18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9.xml"/><Relationship Id="rId2" Type="http://schemas.openxmlformats.org/officeDocument/2006/relationships/customXml" Target="../../customXml/item97.xml"/><Relationship Id="rId3" Type="http://schemas.openxmlformats.org/officeDocument/2006/relationships/slideLayout" Target="../slideLayouts/slideLayout19.xml"/><Relationship Id="rId5" Type="http://schemas.openxmlformats.org/officeDocument/2006/relationships/image" Target="../media/image21.svg"/><Relationship Id="rId6" Type="http://schemas.openxmlformats.org/officeDocument/2006/relationships/image" Target="../media/image2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22.xml"/><Relationship Id="rId2" Type="http://schemas.openxmlformats.org/officeDocument/2006/relationships/customXml" Target="../../customXml/item129.xml"/><Relationship Id="rId3" Type="http://schemas.openxmlformats.org/officeDocument/2006/relationships/tags" Target="../tags/tag33.xml"/><Relationship Id="rId4" Type="http://schemas.openxmlformats.org/officeDocument/2006/relationships/tags" Target="../tags/tag34.xml"/><Relationship Id="rId5" Type="http://schemas.openxmlformats.org/officeDocument/2006/relationships/tags" Target="../tags/tag35.xml"/><Relationship Id="rId6" Type="http://schemas.openxmlformats.org/officeDocument/2006/relationships/slideLayout" Target="../slideLayouts/slideLayout19.xml"/><Relationship Id="rId7" Type="http://schemas.openxmlformats.org/officeDocument/2006/relationships/image" Target="../media/image6.png"/><Relationship Id="rId8" Type="http://schemas.openxmlformats.org/officeDocument/2006/relationships/oleObject" Target="../embeddings/oleObject12.bin"/><Relationship Id="rId9" Type="http://schemas.openxmlformats.org/officeDocument/2006/relationships/image" Target="../media/image23.emf"/><Relationship Id="rId10" Type="http://schemas.openxmlformats.org/officeDocument/2006/relationships/image" Target="../media/image24.svg"/><Relationship Id="rId11" Type="http://schemas.openxmlformats.org/officeDocument/2006/relationships/image" Target="../media/image25.svg"/><Relationship Id="rId12" Type="http://schemas.openxmlformats.org/officeDocument/2006/relationships/image" Target="../media/image26.svg"/><Relationship Id="rId13" Type="http://schemas.openxmlformats.org/officeDocument/2006/relationships/image" Target="../media/image27.svg"/><Relationship Id="rId14" Type="http://schemas.openxmlformats.org/officeDocument/2006/relationships/image" Target="../media/image28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83.xml"/><Relationship Id="rId2" Type="http://schemas.openxmlformats.org/officeDocument/2006/relationships/customXml" Target="../../customXml/item69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Layout" Target="../slideLayouts/slideLayout19.xml"/><Relationship Id="rId7" Type="http://schemas.openxmlformats.org/officeDocument/2006/relationships/oleObject" Target="../embeddings/oleObject7.bin"/><Relationship Id="rId8" Type="http://schemas.openxmlformats.org/officeDocument/2006/relationships/image" Target="../media/image18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56.xml"/><Relationship Id="rId2" Type="http://schemas.openxmlformats.org/officeDocument/2006/relationships/customXml" Target="../../customXml/item25.xml"/><Relationship Id="rId3" Type="http://schemas.openxmlformats.org/officeDocument/2006/relationships/tags" Target="../tags/tag37.xml"/><Relationship Id="rId4" Type="http://schemas.openxmlformats.org/officeDocument/2006/relationships/slideLayout" Target="../slideLayouts/slideLayout19.xml"/><Relationship Id="rId5" Type="http://schemas.openxmlformats.org/officeDocument/2006/relationships/image" Target="../media/image7.png"/><Relationship Id="rId6" Type="http://schemas.openxmlformats.org/officeDocument/2006/relationships/image" Target="../media/image5.png"/><Relationship Id="rId7" Type="http://schemas.microsoft.com/office/2007/relationships/hdphoto" Target="../media/hdphoto1.wdp"/><Relationship Id="rId8" Type="http://schemas.openxmlformats.org/officeDocument/2006/relationships/oleObject" Target="../embeddings/oleObject14.bin"/><Relationship Id="rId9" Type="http://schemas.openxmlformats.org/officeDocument/2006/relationships/image" Target="../media/image18.emf"/><Relationship Id="rId10" Type="http://schemas.openxmlformats.org/officeDocument/2006/relationships/hyperlink" Target="https://zuhlke.sharepoint.com/:p:/r/sites/glosada/Documents/ADM%20-%20client-facing%20templates.pptx?d=w18d44ac96528477fb48ea8581402759e&amp;csf=1&amp;web=1&amp;e=fDcXY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56.xml"/><Relationship Id="rId2" Type="http://schemas.openxmlformats.org/officeDocument/2006/relationships/customXml" Target="../../customXml/item25.xml"/><Relationship Id="rId3" Type="http://schemas.openxmlformats.org/officeDocument/2006/relationships/tags" Target="../tags/tag37.xml"/><Relationship Id="rId4" Type="http://schemas.openxmlformats.org/officeDocument/2006/relationships/slideLayout" Target="../slideLayouts/slideLayout19.xml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microsoft.com/office/2007/relationships/hdphoto" Target="../media/hdphoto1.wdp"/><Relationship Id="rId8" Type="http://schemas.openxmlformats.org/officeDocument/2006/relationships/oleObject" Target="../embeddings/oleObject14.bin"/><Relationship Id="rId9" Type="http://schemas.openxmlformats.org/officeDocument/2006/relationships/image" Target="../media/image18.emf"/><Relationship Id="rId10" Type="http://schemas.openxmlformats.org/officeDocument/2006/relationships/hyperlink" Target="https://zuhlke.sharepoint.com/:p:/r/sites/glosada/Documents/ADM%20-%20client-facing%20templates.pptx?d=w18d44ac96528477fb48ea8581402759e&amp;csf=1&amp;web=1&amp;e=fDcXY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1.xml"/><Relationship Id="rId2" Type="http://schemas.openxmlformats.org/officeDocument/2006/relationships/customXml" Target="../../customXml/item92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tags" Target="../tags/tag43.xml"/><Relationship Id="rId6" Type="http://schemas.openxmlformats.org/officeDocument/2006/relationships/tags" Target="../tags/tag44.xml"/><Relationship Id="rId7" Type="http://schemas.openxmlformats.org/officeDocument/2006/relationships/tags" Target="../tags/tag45.xml"/><Relationship Id="rId8" Type="http://schemas.openxmlformats.org/officeDocument/2006/relationships/tags" Target="../tags/tag46.xml"/><Relationship Id="rId9" Type="http://schemas.openxmlformats.org/officeDocument/2006/relationships/tags" Target="../tags/tag47.xml"/><Relationship Id="rId10" Type="http://schemas.openxmlformats.org/officeDocument/2006/relationships/tags" Target="../tags/tag48.xml"/><Relationship Id="rId11" Type="http://schemas.openxmlformats.org/officeDocument/2006/relationships/tags" Target="../tags/tag49.xml"/><Relationship Id="rId12" Type="http://schemas.openxmlformats.org/officeDocument/2006/relationships/tags" Target="../tags/tag50.xml"/><Relationship Id="rId13" Type="http://schemas.openxmlformats.org/officeDocument/2006/relationships/tags" Target="../tags/tag51.xml"/><Relationship Id="rId14" Type="http://schemas.openxmlformats.org/officeDocument/2006/relationships/tags" Target="../tags/tag52.xml"/><Relationship Id="rId15" Type="http://schemas.openxmlformats.org/officeDocument/2006/relationships/tags" Target="../tags/tag53.xml"/><Relationship Id="rId16" Type="http://schemas.openxmlformats.org/officeDocument/2006/relationships/tags" Target="../tags/tag54.xml"/><Relationship Id="rId17" Type="http://schemas.openxmlformats.org/officeDocument/2006/relationships/tags" Target="../tags/tag55.xml"/><Relationship Id="rId18" Type="http://schemas.openxmlformats.org/officeDocument/2006/relationships/tags" Target="../tags/tag56.xml"/><Relationship Id="rId19" Type="http://schemas.openxmlformats.org/officeDocument/2006/relationships/tags" Target="../tags/tag57.xml"/><Relationship Id="rId20" Type="http://schemas.openxmlformats.org/officeDocument/2006/relationships/tags" Target="../tags/tag58.xml"/><Relationship Id="rId21" Type="http://schemas.openxmlformats.org/officeDocument/2006/relationships/tags" Target="../tags/tag59.xml"/><Relationship Id="rId22" Type="http://schemas.openxmlformats.org/officeDocument/2006/relationships/slideLayout" Target="../slideLayouts/slideLayout19.xml"/><Relationship Id="rId2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24.xml"/><Relationship Id="rId2" Type="http://schemas.openxmlformats.org/officeDocument/2006/relationships/customXml" Target="../../customXml/item75.xml"/><Relationship Id="rId3" Type="http://schemas.openxmlformats.org/officeDocument/2006/relationships/tags" Target="../tags/tag100.xml"/><Relationship Id="rId4" Type="http://schemas.openxmlformats.org/officeDocument/2006/relationships/tags" Target="../tags/tag101.xml"/><Relationship Id="rId5" Type="http://schemas.openxmlformats.org/officeDocument/2006/relationships/slideLayout" Target="../slideLayouts/slideLayout19.xml"/><Relationship Id="rId7" Type="http://schemas.openxmlformats.org/officeDocument/2006/relationships/image" Target="../media/image43.png"/><Relationship Id="rId8" Type="http://schemas.microsoft.com/office/2007/relationships/hdphoto" Target="../media/hdphoto5.wdp"/><Relationship Id="rId9" Type="http://schemas.openxmlformats.org/officeDocument/2006/relationships/oleObject" Target="../embeddings/oleObject25.bin"/><Relationship Id="rId10" Type="http://schemas.openxmlformats.org/officeDocument/2006/relationships/image" Target="../media/image23.emf"/><Relationship Id="rId11" Type="http://schemas.openxmlformats.org/officeDocument/2006/relationships/image" Target="../media/image44.png"/><Relationship Id="rId12" Type="http://schemas.microsoft.com/office/2007/relationships/hdphoto" Target="../media/hdphoto6.wdp"/><Relationship Id="rId13" Type="http://schemas.openxmlformats.org/officeDocument/2006/relationships/image" Target="../media/image45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41.xml"/><Relationship Id="rId2" Type="http://schemas.openxmlformats.org/officeDocument/2006/relationships/customXml" Target="../../customXml/item126.xml"/><Relationship Id="rId3" Type="http://schemas.openxmlformats.org/officeDocument/2006/relationships/tags" Target="../tags/tag61.xml"/><Relationship Id="rId4" Type="http://schemas.openxmlformats.org/officeDocument/2006/relationships/tags" Target="../tags/tag62.xml"/><Relationship Id="rId5" Type="http://schemas.openxmlformats.org/officeDocument/2006/relationships/slideLayout" Target="../slideLayouts/slideLayout19.xml"/><Relationship Id="rId7" Type="http://schemas.openxmlformats.org/officeDocument/2006/relationships/image" Target="../media/image5.png"/><Relationship Id="rId8" Type="http://schemas.microsoft.com/office/2007/relationships/hdphoto" Target="../media/hdphoto1.wdp"/><Relationship Id="rId9" Type="http://schemas.openxmlformats.org/officeDocument/2006/relationships/oleObject" Target="../embeddings/oleObject19.bin"/><Relationship Id="rId10" Type="http://schemas.openxmlformats.org/officeDocument/2006/relationships/image" Target="../media/image1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46650-C0B0-669B-21B4-28E889124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ABADE15-4DF2-CC03-7399-1FA2432C66CD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ABADE15-4DF2-CC03-7399-1FA2432C66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31D1DB85-E9ED-C598-E5DA-29B86BFDC31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93333" y="0"/>
            <a:ext cx="2898668" cy="68580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E0F67C-EBE4-1C74-C2CB-8259157AF0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EXECUTIVE SUMMARY</a:t>
            </a:r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A6DDEC-AD8D-5396-202D-F071600DA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de-CH"/>
              <a:t>Executive Summary</a:t>
            </a:r>
            <a:r>
              <a:rPr lang="de-CH" err="1"/>
              <a:t/>
            </a:r>
            <a:endParaRPr lang="de-CH"/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3E1998FC-96D2-0457-CBA6-0CF6048A0833}"/>
              </a:ext>
            </a:extLst>
          </p:cNvPr>
          <p:cNvSpPr>
            <a:spLocks noGrp="1"/>
          </p:cNvSpPr>
          <p:nvPr>
            <p:ph type="subTitle" idx="17"/>
          </p:nvPr>
        </p:nvSpPr>
        <p:spPr/>
        <p:txBody>
          <a:bodyPr/>
          <a:lstStyle/>
          <a:p>
            <a:r>
              <a:rPr lang="de-CH"/>
              <a:t>Smart Office booking pilot for Veridian Technologies</a:t>
            </a:r>
            <a:r>
              <a:rPr lang="de-CH" err="1"/>
              <a:t/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03B0159-CEB5-858E-5D64-9581E829BEF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8FD5481-016D-A642-8038-50D033A7CCF4}" type="datetime1">
              <a:rPr lang="de-CH" smtClean="0"/>
              <a:t>24.09.26</a:t>
            </a:fld>
            <a:endParaRPr lang="en-GB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152B925-F42D-D002-9F46-136A4AFD1F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1338AD-ABC2-5147-AE4A-20B05654993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>
                <a:solidFill>
                  <a:schemeClr val="bg1"/>
                </a:solidFill>
              </a:rPr>
              <a:t>|  </a:t>
            </a:r>
            <a:fld id="{8CF9DE7D-F270-4E16-BA04-5BCA8969A2EA}" type="slidenum">
              <a:rPr lang="de-DE" smtClean="0">
                <a:solidFill>
                  <a:schemeClr val="bg1"/>
                </a:solidFill>
              </a:rPr>
              <a:pPr/>
              <a:t>6</a:t>
            </a:fld>
            <a:endParaRPr lang="de-DE">
              <a:solidFill>
                <a:schemeClr val="bg1"/>
              </a:solidFill>
            </a:endParaRP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E6B90233-6BEE-FE3A-ACEB-CAD221580B0E}"/>
              </a:ext>
            </a:extLst>
          </p:cNvPr>
          <p:cNvSpPr txBox="1">
            <a:spLocks/>
          </p:cNvSpPr>
          <p:nvPr/>
        </p:nvSpPr>
        <p:spPr bwMode="gray">
          <a:xfrm flipH="1">
            <a:off x="615220" y="1628775"/>
            <a:ext cx="8361099" cy="1073988"/>
          </a:xfrm>
          <a:prstGeom prst="rect">
            <a:avLst/>
          </a:prstGeom>
        </p:spPr>
        <p:txBody>
          <a:bodyPr lIns="216000" tIns="0" rIns="0" bIns="0" anchor="t" anchorCtr="0"/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 spc="20" baseline="0"/>
            </a:lvl1pPr>
            <a:lvl2pPr marL="0" lvl="1"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spc="20" baseline="0">
                <a:latin typeface="+mj-lt"/>
              </a:defRPr>
            </a:lvl2pPr>
            <a:lvl3pPr marL="18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200" spc="20" baseline="0"/>
            </a:lvl3pPr>
            <a:lvl4pPr marL="36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4pPr>
            <a:lvl5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5pPr>
            <a:lvl6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6pPr>
            <a:lvl7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7pPr>
            <a:lvl8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8pPr>
            <a:lvl9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9pPr>
          </a:lstStyle>
          <a:p>
            <a:pPr lvl="1"/>
            <a:r>
              <a:rPr lang="de-DE" err="1"/>
              <a:t>Our understanding of your situation</a:t>
            </a:r>
            <a:r>
              <a:rPr lang="de-DE"/>
              <a:t/>
            </a:r>
            <a:r>
              <a:rPr lang="de-DE" err="1"/>
              <a:t/>
            </a:r>
            <a:r>
              <a:rPr lang="de-DE"/>
              <a:t/>
            </a:r>
            <a:r>
              <a:rPr lang="de-DE" err="1"/>
              <a:t/>
            </a:r>
            <a:r>
              <a:rPr lang="de-DE"/>
              <a:t/>
            </a:r>
            <a:r>
              <a:rPr lang="de-DE" err="1"/>
              <a:t/>
            </a:r>
            <a:r>
              <a:rPr lang="de-DE"/>
              <a:t/>
            </a:r>
            <a:r>
              <a:rPr lang="de-DE" err="1"/>
              <a:t/>
            </a:r>
            <a:endParaRPr lang="de-DE"/>
          </a:p>
          <a:p>
            <a:r>
              <a:rPr lang="de-CH"/>
              <a:t>Veridian's Belgrade office (~200 employees, 150 desks, 30 parking spaces) loses usable space to no-shows and booking friction, and needs to prove the model before scaling to multiple offices and 5,000+ users.</a:t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</a:p>
        </p:txBody>
      </p:sp>
      <p:sp>
        <p:nvSpPr>
          <p:cNvPr id="26" name="Textplatzhalter 8">
            <a:extLst>
              <a:ext uri="{FF2B5EF4-FFF2-40B4-BE49-F238E27FC236}">
                <a16:creationId xmlns:a16="http://schemas.microsoft.com/office/drawing/2014/main" id="{AB686BAD-D659-8FE3-AFE4-A0D95B74F63F}"/>
              </a:ext>
            </a:extLst>
          </p:cNvPr>
          <p:cNvSpPr txBox="1">
            <a:spLocks/>
          </p:cNvSpPr>
          <p:nvPr/>
        </p:nvSpPr>
        <p:spPr bwMode="gray">
          <a:xfrm flipH="1">
            <a:off x="615220" y="2862204"/>
            <a:ext cx="2639733" cy="3348000"/>
          </a:xfrm>
          <a:prstGeom prst="rect">
            <a:avLst/>
          </a:prstGeom>
        </p:spPr>
        <p:txBody>
          <a:bodyPr lIns="216000" tIns="0" rIns="0" bIns="0" anchor="t" anchorCtr="0"/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 spc="20" baseline="0"/>
            </a:lvl1pPr>
            <a:lvl2pPr marL="0" lvl="1"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spc="20" baseline="0">
                <a:latin typeface="+mj-lt"/>
              </a:defRPr>
            </a:lvl2pPr>
            <a:lvl3pPr marL="18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200" spc="20" baseline="0"/>
            </a:lvl3pPr>
            <a:lvl4pPr marL="36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4pPr>
            <a:lvl5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5pPr>
            <a:lvl6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6pPr>
            <a:lvl7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7pPr>
            <a:lvl8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8pPr>
            <a:lvl9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9pPr>
          </a:lstStyle>
          <a:p>
            <a:pPr lvl="1"/>
            <a:r>
              <a:rPr lang="de-CH" err="1"/>
              <a:t>Our offer/solution</a:t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endParaRPr lang="de-CH"/>
          </a:p>
          <a:p>
            <a:r>
              <a:rPr lang="de-CH"/>
              <a:t>Three value-carrying features, already proven in a working two-day PoC: auto-release backed by hardware, booking via map or Teams/Slack, and an Agentic SDLC delivery model.</a:t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</a:p>
        </p:txBody>
      </p:sp>
      <p:sp>
        <p:nvSpPr>
          <p:cNvPr id="32" name="Textplatzhalter 8">
            <a:extLst>
              <a:ext uri="{FF2B5EF4-FFF2-40B4-BE49-F238E27FC236}">
                <a16:creationId xmlns:a16="http://schemas.microsoft.com/office/drawing/2014/main" id="{F943DC99-005C-9C24-416B-75830E52C3D0}"/>
              </a:ext>
            </a:extLst>
          </p:cNvPr>
          <p:cNvSpPr txBox="1">
            <a:spLocks/>
          </p:cNvSpPr>
          <p:nvPr/>
        </p:nvSpPr>
        <p:spPr bwMode="gray">
          <a:xfrm flipH="1">
            <a:off x="3487395" y="2862202"/>
            <a:ext cx="2628001" cy="3350359"/>
          </a:xfrm>
          <a:prstGeom prst="rect">
            <a:avLst/>
          </a:prstGeom>
        </p:spPr>
        <p:txBody>
          <a:bodyPr lIns="216000" tIns="0" rIns="0" bIns="0" anchor="t" anchorCtr="0"/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 spc="20" baseline="0"/>
            </a:lvl1pPr>
            <a:lvl2pPr marL="0" lvl="1"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spc="20" baseline="0">
                <a:latin typeface="+mj-lt"/>
              </a:defRPr>
            </a:lvl2pPr>
            <a:lvl3pPr marL="18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200" spc="20" baseline="0"/>
            </a:lvl3pPr>
            <a:lvl4pPr marL="36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4pPr>
            <a:lvl5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5pPr>
            <a:lvl6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6pPr>
            <a:lvl7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7pPr>
            <a:lvl8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8pPr>
            <a:lvl9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9pPr>
          </a:lstStyle>
          <a:p>
            <a:pPr lvl="1"/>
            <a:r>
              <a:rPr lang="de-CH" err="1"/>
              <a:t>Your benefits</a:t>
            </a:r>
            <a:r>
              <a:rPr lang="de-CH"/>
              <a:t/>
            </a:r>
            <a:r>
              <a:rPr lang="de-CH" err="1"/>
              <a:t/>
            </a:r>
            <a:endParaRPr lang="de-CH"/>
          </a:p>
          <a:p>
            <a:pPr lvl="1"/>
            <a:r>
              <a:rPr lang="de-CH" sz="1200">
                <a:latin typeface="+mn-lt"/>
              </a:rPr>
              <a:t>Stop paying for space nobody uses. Zero-friction booking through the channels employees already use. A governed, predictable delivery model that scales without a rewrite.</a:t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  <a:r>
              <a:rPr lang="de-CH" sz="1200" err="1">
                <a:latin typeface="+mn-lt"/>
              </a:rPr>
              <a:t/>
            </a:r>
            <a:r>
              <a:rPr lang="de-CH" sz="1200">
                <a:latin typeface="+mn-lt"/>
              </a:rPr>
              <a:t/>
            </a:r>
          </a:p>
        </p:txBody>
      </p:sp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F7EBD56-06C2-B31D-45FC-DBA6ED9BADF0}"/>
              </a:ext>
            </a:extLst>
          </p:cNvPr>
          <p:cNvSpPr txBox="1">
            <a:spLocks/>
          </p:cNvSpPr>
          <p:nvPr/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|  </a:t>
            </a:r>
            <a:fld id="{8CF9DE7D-F270-4E16-BA04-5BCA8969A2E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14" name="Textplatzhalter 8">
            <a:extLst>
              <a:ext uri="{FF2B5EF4-FFF2-40B4-BE49-F238E27FC236}">
                <a16:creationId xmlns:a16="http://schemas.microsoft.com/office/drawing/2014/main" id="{DE1EACED-877E-06E2-1258-9EBEE7F229DD}"/>
              </a:ext>
            </a:extLst>
          </p:cNvPr>
          <p:cNvSpPr txBox="1">
            <a:spLocks/>
          </p:cNvSpPr>
          <p:nvPr/>
        </p:nvSpPr>
        <p:spPr bwMode="gray">
          <a:xfrm flipH="1">
            <a:off x="6380000" y="2862202"/>
            <a:ext cx="2595839" cy="3350359"/>
          </a:xfrm>
          <a:prstGeom prst="rect">
            <a:avLst/>
          </a:prstGeom>
        </p:spPr>
        <p:txBody>
          <a:bodyPr lIns="216000" tIns="0" rIns="0" bIns="0" anchor="t" anchorCtr="0"/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 spc="20" baseline="0"/>
            </a:lvl1pPr>
            <a:lvl2pPr marL="0" lvl="1"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spc="20" baseline="0">
                <a:latin typeface="+mj-lt"/>
              </a:defRPr>
            </a:lvl2pPr>
            <a:lvl3pPr marL="18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200" spc="20" baseline="0"/>
            </a:lvl3pPr>
            <a:lvl4pPr marL="36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4pPr>
            <a:lvl5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5pPr>
            <a:lvl6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6pPr>
            <a:lvl7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7pPr>
            <a:lvl8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8pPr>
            <a:lvl9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9pPr>
          </a:lstStyle>
          <a:p>
            <a:pPr lvl="1"/>
            <a:r>
              <a:rPr lang="de-CH" err="1"/>
              <a:t>Your investment</a:t>
            </a:r>
            <a:r>
              <a:rPr lang="de-CH"/>
              <a:t/>
            </a:r>
            <a:r>
              <a:rPr lang="de-CH" err="1"/>
              <a:t/>
            </a:r>
            <a:endParaRPr lang="de-CH"/>
          </a:p>
          <a:p>
            <a:r>
              <a:rPr lang="de-CH"/>
              <a:t>Phase 1 pilot: 138 person-days, €110,400 indicative, ~9–11 weeks. Full rollout scoped and priced after the pilot proves the model.</a:t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  <a:r>
              <a:rPr lang="de-CH" err="1"/>
              <a:t/>
            </a:r>
            <a:r>
              <a:rPr lang="de-CH"/>
              <a:t/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764399-27D0-8C94-4946-5C8674C46DBC}"/>
              </a:ext>
            </a:extLst>
          </p:cNvPr>
          <p:cNvSpPr/>
          <p:nvPr/>
        </p:nvSpPr>
        <p:spPr bwMode="gray">
          <a:xfrm>
            <a:off x="9093482" y="975958"/>
            <a:ext cx="3098518" cy="1152000"/>
          </a:xfrm>
          <a:prstGeom prst="rect">
            <a:avLst/>
          </a:prstGeom>
          <a:gradFill flip="none" rotWithShape="1">
            <a:gsLst>
              <a:gs pos="23000">
                <a:srgbClr val="A841AE">
                  <a:alpha val="97409"/>
                </a:srgbClr>
              </a:gs>
              <a:gs pos="100000">
                <a:srgbClr val="2C9FE2">
                  <a:alpha val="88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72000" rtlCol="0" anchor="ctr"/>
          <a:lstStyle/>
          <a:p>
            <a:r>
              <a:rPr lang="de-CH" spc="20">
                <a:latin typeface="+mj-lt"/>
              </a:rPr>
              <a:t>Book it. Use it. Or lose it — automatically.</a:t>
            </a:r>
            <a:r>
              <a:rPr lang="de-CH" spc="20" err="1">
                <a:latin typeface="+mj-lt"/>
              </a:rPr>
              <a:t/>
            </a:r>
            <a:r>
              <a:rPr lang="de-CH" spc="20">
                <a:latin typeface="+mj-lt"/>
              </a:rPr>
              <a:t/>
            </a:r>
            <a:r>
              <a:rPr lang="de-CH" spc="20" err="1">
                <a:latin typeface="+mj-lt"/>
              </a:rPr>
              <a:t/>
            </a:r>
            <a:r>
              <a:rPr lang="de-CH" spc="20">
                <a:latin typeface="+mj-lt"/>
              </a:rPr>
              <a:t/>
            </a:r>
            <a:r>
              <a:rPr lang="de-CH" spc="20" err="1">
                <a:latin typeface="+mj-lt"/>
              </a:rPr>
              <a:t/>
            </a:r>
            <a:r>
              <a:rPr lang="de-CH" spc="20">
                <a:latin typeface="+mj-lt"/>
              </a:rPr>
              <a:t/>
            </a:r>
          </a:p>
        </p:txBody>
      </p:sp>
      <p:cxnSp>
        <p:nvCxnSpPr>
          <p:cNvPr id="2" name="Straight Connector 30">
            <a:extLst>
              <a:ext uri="{FF2B5EF4-FFF2-40B4-BE49-F238E27FC236}">
                <a16:creationId xmlns:a16="http://schemas.microsoft.com/office/drawing/2014/main" id="{76B83204-B2CC-19BA-184D-7A21624B645A}"/>
              </a:ext>
            </a:extLst>
          </p:cNvPr>
          <p:cNvCxnSpPr>
            <a:cxnSpLocks/>
          </p:cNvCxnSpPr>
          <p:nvPr/>
        </p:nvCxnSpPr>
        <p:spPr bwMode="gray">
          <a:xfrm flipV="1">
            <a:off x="619304" y="1628775"/>
            <a:ext cx="1" cy="1073988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0">
            <a:extLst>
              <a:ext uri="{FF2B5EF4-FFF2-40B4-BE49-F238E27FC236}">
                <a16:creationId xmlns:a16="http://schemas.microsoft.com/office/drawing/2014/main" id="{ECBDD23A-884C-5FB1-6689-A42A4374FE0B}"/>
              </a:ext>
            </a:extLst>
          </p:cNvPr>
          <p:cNvCxnSpPr>
            <a:cxnSpLocks/>
          </p:cNvCxnSpPr>
          <p:nvPr/>
        </p:nvCxnSpPr>
        <p:spPr bwMode="gray">
          <a:xfrm flipV="1">
            <a:off x="619305" y="1628775"/>
            <a:ext cx="0" cy="360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0">
            <a:extLst>
              <a:ext uri="{FF2B5EF4-FFF2-40B4-BE49-F238E27FC236}">
                <a16:creationId xmlns:a16="http://schemas.microsoft.com/office/drawing/2014/main" id="{14BDD2E6-48AA-CD04-7090-7A127291306A}"/>
              </a:ext>
            </a:extLst>
          </p:cNvPr>
          <p:cNvCxnSpPr>
            <a:cxnSpLocks/>
          </p:cNvCxnSpPr>
          <p:nvPr/>
        </p:nvCxnSpPr>
        <p:spPr bwMode="gray">
          <a:xfrm flipV="1">
            <a:off x="619304" y="2906152"/>
            <a:ext cx="0" cy="3259698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0">
            <a:extLst>
              <a:ext uri="{FF2B5EF4-FFF2-40B4-BE49-F238E27FC236}">
                <a16:creationId xmlns:a16="http://schemas.microsoft.com/office/drawing/2014/main" id="{665FD822-5C1D-FDF1-4386-F1B97ED113D1}"/>
              </a:ext>
            </a:extLst>
          </p:cNvPr>
          <p:cNvCxnSpPr>
            <a:cxnSpLocks/>
          </p:cNvCxnSpPr>
          <p:nvPr/>
        </p:nvCxnSpPr>
        <p:spPr bwMode="gray">
          <a:xfrm flipV="1">
            <a:off x="619304" y="2906152"/>
            <a:ext cx="0" cy="360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30">
            <a:extLst>
              <a:ext uri="{FF2B5EF4-FFF2-40B4-BE49-F238E27FC236}">
                <a16:creationId xmlns:a16="http://schemas.microsoft.com/office/drawing/2014/main" id="{51F4991F-03C7-05E4-9ED2-1881D4180C73}"/>
              </a:ext>
            </a:extLst>
          </p:cNvPr>
          <p:cNvCxnSpPr>
            <a:cxnSpLocks/>
          </p:cNvCxnSpPr>
          <p:nvPr/>
        </p:nvCxnSpPr>
        <p:spPr bwMode="gray">
          <a:xfrm flipV="1">
            <a:off x="3487396" y="2906152"/>
            <a:ext cx="0" cy="3259698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30">
            <a:extLst>
              <a:ext uri="{FF2B5EF4-FFF2-40B4-BE49-F238E27FC236}">
                <a16:creationId xmlns:a16="http://schemas.microsoft.com/office/drawing/2014/main" id="{205C4164-D085-F91C-B7FA-94F2E1E8C3A5}"/>
              </a:ext>
            </a:extLst>
          </p:cNvPr>
          <p:cNvCxnSpPr>
            <a:cxnSpLocks/>
          </p:cNvCxnSpPr>
          <p:nvPr/>
        </p:nvCxnSpPr>
        <p:spPr bwMode="gray">
          <a:xfrm flipV="1">
            <a:off x="3487396" y="2906152"/>
            <a:ext cx="0" cy="360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0">
            <a:extLst>
              <a:ext uri="{FF2B5EF4-FFF2-40B4-BE49-F238E27FC236}">
                <a16:creationId xmlns:a16="http://schemas.microsoft.com/office/drawing/2014/main" id="{5541C26B-0681-2AED-A9CA-85F658B80999}"/>
              </a:ext>
            </a:extLst>
          </p:cNvPr>
          <p:cNvCxnSpPr>
            <a:cxnSpLocks/>
          </p:cNvCxnSpPr>
          <p:nvPr/>
        </p:nvCxnSpPr>
        <p:spPr bwMode="gray">
          <a:xfrm flipV="1">
            <a:off x="6380001" y="2906152"/>
            <a:ext cx="0" cy="3259698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0">
            <a:extLst>
              <a:ext uri="{FF2B5EF4-FFF2-40B4-BE49-F238E27FC236}">
                <a16:creationId xmlns:a16="http://schemas.microsoft.com/office/drawing/2014/main" id="{9BFE5680-E782-EB19-FAE3-1DD2BDDD35AB}"/>
              </a:ext>
            </a:extLst>
          </p:cNvPr>
          <p:cNvCxnSpPr>
            <a:cxnSpLocks/>
          </p:cNvCxnSpPr>
          <p:nvPr/>
        </p:nvCxnSpPr>
        <p:spPr bwMode="gray">
          <a:xfrm flipV="1">
            <a:off x="6380001" y="2906152"/>
            <a:ext cx="0" cy="360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B2562EF-C6B0-CA6D-43AF-B15BE4AC5483}"/>
              </a:ext>
            </a:extLst>
          </p:cNvPr>
          <p:cNvSpPr txBox="1"/>
          <p:nvPr/>
        </p:nvSpPr>
        <p:spPr bwMode="gray">
          <a:xfrm>
            <a:off x="3571875" y="75723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16000" indent="-216000" algn="l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¡"/>
            </a:pPr>
            <a:endParaRPr lang="en-US" sz="1600" spc="20" err="1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993996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39CC974-20CF-9555-4F19-F67533BB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1D95C140-456C-42EF-B785-1945E8B0A593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27" imgH="327" progId="TCLayout.ActiveDocument.1">
                  <p:embed/>
                </p:oleObj>
              </mc:Choice>
              <mc:Fallback>
                <p:oleObj name="think-cell Slide" r:id="rId8" imgW="327" imgH="327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1D95C140-456C-42EF-B785-1945E8B0A5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hteck 8">
            <a:extLst>
              <a:ext uri="{FF2B5EF4-FFF2-40B4-BE49-F238E27FC236}">
                <a16:creationId xmlns:a16="http://schemas.microsoft.com/office/drawing/2014/main" id="{32FA04E2-BE2E-E694-781D-99D6CC9B2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0" y="1628800"/>
            <a:ext cx="12191999" cy="432000"/>
          </a:xfrm>
          <a:prstGeom prst="rect">
            <a:avLst/>
          </a:prstGeom>
          <a:gradFill>
            <a:gsLst>
              <a:gs pos="68000">
                <a:srgbClr val="6772C9"/>
              </a:gs>
              <a:gs pos="10000">
                <a:srgbClr val="A841AE"/>
              </a:gs>
              <a:gs pos="100000">
                <a:srgbClr val="2C9FE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pc="2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DACF7AE3-8743-B223-00D9-358C6ABBFE84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/>
              <a:t>Client Challenge and Success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5BFD997-2549-300A-EC71-049805BD8BE0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t>Priority problems, affected users, and how we'll measure success.</a:t>
            </a:r>
            <a:endParaRPr lang="en-GB"/>
          </a:p>
        </p:txBody>
      </p:sp>
      <p:sp>
        <p:nvSpPr>
          <p:cNvPr id="2" name="Date Placeholder 9">
            <a:extLst>
              <a:ext uri="{FF2B5EF4-FFF2-40B4-BE49-F238E27FC236}">
                <a16:creationId xmlns:a16="http://schemas.microsoft.com/office/drawing/2014/main" id="{0EB6ABDD-6115-6013-E6EC-841229A990A4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418400" y="6372000"/>
            <a:ext cx="680400" cy="144000"/>
          </a:xfrm>
        </p:spPr>
        <p:txBody>
          <a:bodyPr/>
          <a:lstStyle/>
          <a:p>
            <a:fld id="{91329F2F-17EB-AD43-8AC8-16F2F6698179}" type="datetime1">
              <a:rPr lang="de-CH" smtClean="0"/>
              <a:t>24.09.26</a:t>
            </a:fld>
            <a:endParaRPr lang="en-GB"/>
          </a:p>
        </p:txBody>
      </p:sp>
      <p:sp>
        <p:nvSpPr>
          <p:cNvPr id="3" name="Footer Placeholder 10">
            <a:extLst>
              <a:ext uri="{FF2B5EF4-FFF2-40B4-BE49-F238E27FC236}">
                <a16:creationId xmlns:a16="http://schemas.microsoft.com/office/drawing/2014/main" id="{5EDCD04B-052F-A7AE-1300-FF06DE66C2D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558800" y="6372000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11">
            <a:extLst>
              <a:ext uri="{FF2B5EF4-FFF2-40B4-BE49-F238E27FC236}">
                <a16:creationId xmlns:a16="http://schemas.microsoft.com/office/drawing/2014/main" id="{1FEED651-83A5-3E6A-548E-D0EF69A5510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000" y="6372000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9</a:t>
            </a:fld>
            <a:endParaRPr lang="en-GB"/>
          </a:p>
        </p:txBody>
      </p:sp>
      <p:sp>
        <p:nvSpPr>
          <p:cNvPr id="10" name="Rechteck 8">
            <a:extLst>
              <a:ext uri="{FF2B5EF4-FFF2-40B4-BE49-F238E27FC236}">
                <a16:creationId xmlns:a16="http://schemas.microsoft.com/office/drawing/2014/main" id="{5B6DAA29-6F31-8ED4-4FE4-A9AB74C71D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0" y="4077296"/>
            <a:ext cx="12191999" cy="432000"/>
          </a:xfrm>
          <a:prstGeom prst="rect">
            <a:avLst/>
          </a:prstGeom>
          <a:gradFill>
            <a:gsLst>
              <a:gs pos="68000">
                <a:srgbClr val="6772C9"/>
              </a:gs>
              <a:gs pos="10000">
                <a:srgbClr val="A841AE"/>
              </a:gs>
              <a:gs pos="100000">
                <a:srgbClr val="2C9FE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pc="20"/>
          </a:p>
        </p:txBody>
      </p:sp>
      <p:sp>
        <p:nvSpPr>
          <p:cNvPr id="12" name="Standard Text">
            <a:extLst>
              <a:ext uri="{FF2B5EF4-FFF2-40B4-BE49-F238E27FC236}">
                <a16:creationId xmlns:a16="http://schemas.microsoft.com/office/drawing/2014/main" id="{EF4AC01D-5B47-E9AC-7300-D93F6514B437}"/>
              </a:ext>
            </a:extLst>
          </p:cNvPr>
          <p:cNvSpPr txBox="1">
            <a:spLocks/>
          </p:cNvSpPr>
          <p:nvPr/>
        </p:nvSpPr>
        <p:spPr bwMode="gray">
          <a:xfrm>
            <a:off x="6241129" y="4581352"/>
            <a:ext cx="5327479" cy="1584000"/>
          </a:xfrm>
          <a:prstGeom prst="rect">
            <a:avLst/>
          </a:prstGeom>
        </p:spPr>
        <p:txBody>
          <a:bodyPr vert="horz" lIns="21600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sz="1400"/>
              <a:t>The pilot tracks check-in rate, no-show release rate and time-to-book — real numbers before Veridian commits to full rollout.</a:t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</a:p>
        </p:txBody>
      </p:sp>
      <p:grpSp>
        <p:nvGrpSpPr>
          <p:cNvPr id="13" name="Gruppieren 8">
            <a:extLst>
              <a:ext uri="{FF2B5EF4-FFF2-40B4-BE49-F238E27FC236}">
                <a16:creationId xmlns:a16="http://schemas.microsoft.com/office/drawing/2014/main" id="{C4886D35-66F9-FE44-20AA-6529327A2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gray">
          <a:xfrm>
            <a:off x="8460457" y="-3051720"/>
            <a:ext cx="4375695" cy="4375695"/>
            <a:chOff x="5944242" y="4834696"/>
            <a:chExt cx="5699939" cy="5699939"/>
          </a:xfrm>
        </p:grpSpPr>
        <p:sp>
          <p:nvSpPr>
            <p:cNvPr id="14" name="Ellipse 9">
              <a:extLst>
                <a:ext uri="{FF2B5EF4-FFF2-40B4-BE49-F238E27FC236}">
                  <a16:creationId xmlns:a16="http://schemas.microsoft.com/office/drawing/2014/main" id="{BE364F50-057E-7B2F-7411-36CBB217168C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Ellipse 10">
              <a:extLst>
                <a:ext uri="{FF2B5EF4-FFF2-40B4-BE49-F238E27FC236}">
                  <a16:creationId xmlns:a16="http://schemas.microsoft.com/office/drawing/2014/main" id="{3FB1BFBA-A715-1C4F-20C0-2096D2F2C8D9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6" name="Ellipse 11">
            <a:extLst>
              <a:ext uri="{FF2B5EF4-FFF2-40B4-BE49-F238E27FC236}">
                <a16:creationId xmlns:a16="http://schemas.microsoft.com/office/drawing/2014/main" id="{05BD6137-1115-A81E-D379-9B013CD72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460457" y="-3051720"/>
            <a:ext cx="4375695" cy="4375695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Standard Text">
            <a:extLst>
              <a:ext uri="{FF2B5EF4-FFF2-40B4-BE49-F238E27FC236}">
                <a16:creationId xmlns:a16="http://schemas.microsoft.com/office/drawing/2014/main" id="{1DD9776A-614D-3EC3-8D99-3C09525F30CE}"/>
              </a:ext>
            </a:extLst>
          </p:cNvPr>
          <p:cNvSpPr txBox="1">
            <a:spLocks/>
          </p:cNvSpPr>
          <p:nvPr/>
        </p:nvSpPr>
        <p:spPr bwMode="gray">
          <a:xfrm>
            <a:off x="623391" y="4077072"/>
            <a:ext cx="5327407" cy="432000"/>
          </a:xfrm>
          <a:prstGeom prst="rect">
            <a:avLst/>
          </a:prstGeom>
        </p:spPr>
        <p:txBody>
          <a:bodyPr vert="horz" lIns="21600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No real-time visibility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8" name="Standard Text">
            <a:extLst>
              <a:ext uri="{FF2B5EF4-FFF2-40B4-BE49-F238E27FC236}">
                <a16:creationId xmlns:a16="http://schemas.microsoft.com/office/drawing/2014/main" id="{30D0B460-489D-EE7D-BD8D-4D63556BB62F}"/>
              </a:ext>
            </a:extLst>
          </p:cNvPr>
          <p:cNvSpPr txBox="1">
            <a:spLocks/>
          </p:cNvSpPr>
          <p:nvPr/>
        </p:nvSpPr>
        <p:spPr bwMode="gray">
          <a:xfrm>
            <a:off x="6240633" y="4077072"/>
            <a:ext cx="5327479" cy="432000"/>
          </a:xfrm>
          <a:prstGeom prst="rect">
            <a:avLst/>
          </a:prstGeom>
        </p:spPr>
        <p:txBody>
          <a:bodyPr vert="horz" lIns="21600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Success is measured, not assumed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9" name="Standard Text">
            <a:extLst>
              <a:ext uri="{FF2B5EF4-FFF2-40B4-BE49-F238E27FC236}">
                <a16:creationId xmlns:a16="http://schemas.microsoft.com/office/drawing/2014/main" id="{164E743A-BA88-BFFB-4C56-7F5C2FC4B3BC}"/>
              </a:ext>
            </a:extLst>
          </p:cNvPr>
          <p:cNvSpPr txBox="1">
            <a:spLocks/>
          </p:cNvSpPr>
          <p:nvPr/>
        </p:nvSpPr>
        <p:spPr bwMode="gray">
          <a:xfrm>
            <a:off x="623392" y="4581352"/>
            <a:ext cx="5327479" cy="1584000"/>
          </a:xfrm>
          <a:prstGeom prst="rect">
            <a:avLst/>
          </a:prstGeom>
        </p:spPr>
        <p:txBody>
          <a:bodyPr vert="horz" lIns="21600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sz="1400"/>
              <a:t>Facilities can't see who's actually in, so planning space and parking is a guess, not a fact.</a:t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</a:p>
        </p:txBody>
      </p:sp>
      <p:sp>
        <p:nvSpPr>
          <p:cNvPr id="20" name="Standard Text">
            <a:extLst>
              <a:ext uri="{FF2B5EF4-FFF2-40B4-BE49-F238E27FC236}">
                <a16:creationId xmlns:a16="http://schemas.microsoft.com/office/drawing/2014/main" id="{D182700B-7B41-2C91-E954-97FC9ABEEE9B}"/>
              </a:ext>
            </a:extLst>
          </p:cNvPr>
          <p:cNvSpPr txBox="1">
            <a:spLocks/>
          </p:cNvSpPr>
          <p:nvPr/>
        </p:nvSpPr>
        <p:spPr bwMode="gray">
          <a:xfrm>
            <a:off x="6241129" y="2133080"/>
            <a:ext cx="5327479" cy="1584000"/>
          </a:xfrm>
          <a:prstGeom prst="rect">
            <a:avLst/>
          </a:prstGeom>
        </p:spPr>
        <p:txBody>
          <a:bodyPr vert="horz" lIns="21600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sz="1400"/>
              <a:t>Grid-based booking tools add friction employees route around, from spreadsheets to sticky notes on desks.</a:t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</a:p>
        </p:txBody>
      </p:sp>
      <p:sp>
        <p:nvSpPr>
          <p:cNvPr id="21" name="Standard Text">
            <a:extLst>
              <a:ext uri="{FF2B5EF4-FFF2-40B4-BE49-F238E27FC236}">
                <a16:creationId xmlns:a16="http://schemas.microsoft.com/office/drawing/2014/main" id="{1C06175D-12C6-DBB1-1797-273782443607}"/>
              </a:ext>
            </a:extLst>
          </p:cNvPr>
          <p:cNvSpPr txBox="1">
            <a:spLocks/>
          </p:cNvSpPr>
          <p:nvPr/>
        </p:nvSpPr>
        <p:spPr bwMode="gray">
          <a:xfrm>
            <a:off x="623391" y="1628800"/>
            <a:ext cx="5327407" cy="432000"/>
          </a:xfrm>
          <a:prstGeom prst="rect">
            <a:avLst/>
          </a:prstGeom>
        </p:spPr>
        <p:txBody>
          <a:bodyPr vert="horz" lIns="21600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Paid-for space, empty seats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2" name="Standard Text">
            <a:extLst>
              <a:ext uri="{FF2B5EF4-FFF2-40B4-BE49-F238E27FC236}">
                <a16:creationId xmlns:a16="http://schemas.microsoft.com/office/drawing/2014/main" id="{980CDE1A-B33D-7A2A-D578-F414D221F35E}"/>
              </a:ext>
            </a:extLst>
          </p:cNvPr>
          <p:cNvSpPr txBox="1">
            <a:spLocks/>
          </p:cNvSpPr>
          <p:nvPr/>
        </p:nvSpPr>
        <p:spPr bwMode="gray">
          <a:xfrm>
            <a:off x="6240633" y="1628800"/>
            <a:ext cx="5327479" cy="432000"/>
          </a:xfrm>
          <a:prstGeom prst="rect">
            <a:avLst/>
          </a:prstGeom>
        </p:spPr>
        <p:txBody>
          <a:bodyPr vert="horz" lIns="21600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Booking is a chore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3" name="Standard Text">
            <a:extLst>
              <a:ext uri="{FF2B5EF4-FFF2-40B4-BE49-F238E27FC236}">
                <a16:creationId xmlns:a16="http://schemas.microsoft.com/office/drawing/2014/main" id="{57629400-875E-8798-E459-217715A51F63}"/>
              </a:ext>
            </a:extLst>
          </p:cNvPr>
          <p:cNvSpPr txBox="1">
            <a:spLocks/>
          </p:cNvSpPr>
          <p:nvPr/>
        </p:nvSpPr>
        <p:spPr bwMode="gray">
          <a:xfrm>
            <a:off x="623392" y="2133080"/>
            <a:ext cx="5327479" cy="1584000"/>
          </a:xfrm>
          <a:prstGeom prst="rect">
            <a:avLst/>
          </a:prstGeom>
        </p:spPr>
        <p:txBody>
          <a:bodyPr vert="horz" lIns="21600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sz="1400"/>
              <a:t>Desks and parking are booked but no-shows go unnoticed — nobody frees the space for someone who needs it. ~200 employees affected daily.</a:t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811422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E139E-D991-02F6-6D27-B9249D523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>
            <a:extLst>
              <a:ext uri="{FF2B5EF4-FFF2-40B4-BE49-F238E27FC236}">
                <a16:creationId xmlns:a16="http://schemas.microsoft.com/office/drawing/2014/main" id="{93285816-7C8A-8C18-E962-6FC85DBE4F1D}"/>
              </a:ext>
            </a:extLst>
          </p:cNvPr>
          <p:cNvSpPr/>
          <p:nvPr/>
        </p:nvSpPr>
        <p:spPr bwMode="gray">
          <a:xfrm>
            <a:off x="4819650" y="0"/>
            <a:ext cx="7372349" cy="6858000"/>
          </a:xfrm>
          <a:prstGeom prst="rect">
            <a:avLst/>
          </a:prstGeom>
          <a:gradFill flip="none" rotWithShape="1">
            <a:gsLst>
              <a:gs pos="10000">
                <a:srgbClr val="A841AE"/>
              </a:gs>
              <a:gs pos="100000">
                <a:srgbClr val="2C9FE2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pc="2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D553E0F-BE3B-F417-3DEC-0EC6E21930D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9304" y="332672"/>
            <a:ext cx="3966345" cy="144000"/>
          </a:xfrm>
        </p:spPr>
        <p:txBody>
          <a:bodyPr/>
          <a:lstStyle/>
          <a:p>
            <a:r>
              <a:t>SOLUTION</a:t>
            </a:r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2B235A9-7D8B-C35D-EE28-BEC4DA919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304" y="548720"/>
            <a:ext cx="3966345" cy="432000"/>
          </a:xfrm>
        </p:spPr>
        <p:txBody>
          <a:bodyPr/>
          <a:lstStyle/>
          <a:p>
            <a:r>
              <a:rPr lang="en-GB"/>
              <a:t>Proposed Full Solution</a:t>
            </a:r>
            <a:endParaRPr lang="de-DE"/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D3DDB328-FC66-4CCA-3312-C20CA66E5E1E}"/>
              </a:ext>
            </a:extLst>
          </p:cNvPr>
          <p:cNvSpPr>
            <a:spLocks noGrp="1"/>
          </p:cNvSpPr>
          <p:nvPr>
            <p:ph type="subTitle" idx="17"/>
          </p:nvPr>
        </p:nvSpPr>
        <p:spPr>
          <a:xfrm>
            <a:off x="619304" y="980768"/>
            <a:ext cx="3966345" cy="288000"/>
          </a:xfrm>
        </p:spPr>
        <p:txBody>
          <a:bodyPr/>
          <a:lstStyle/>
          <a:p>
            <a:r>
              <a:t>One booking journey — Book, check in, use, release, rebook — covering the complete Smart Office specification.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8E02187-5030-889E-96AC-E41BF4E679F9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1EF17F2-8BD6-6E4D-81E9-39F5ED701B5D}" type="datetime1">
              <a:rPr lang="de-CH" smtClean="0">
                <a:solidFill>
                  <a:schemeClr val="bg1"/>
                </a:solidFill>
              </a:rPr>
              <a:t>24.09.26</a:t>
            </a:fld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295A9-9CB5-66C1-57AE-ACE4A9A1134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55EA6B-2C90-235C-4EAD-52F843982D1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>
                <a:solidFill>
                  <a:schemeClr val="bg1"/>
                </a:solidFill>
              </a:rPr>
              <a:t>|  </a:t>
            </a:r>
            <a:fld id="{8CF9DE7D-F270-4E16-BA04-5BCA8969A2EA}" type="slidenum">
              <a:rPr lang="de-DE" smtClean="0">
                <a:solidFill>
                  <a:schemeClr val="bg1"/>
                </a:solidFill>
              </a:rPr>
              <a:pPr/>
              <a:t>11</a:t>
            </a:fld>
            <a:endParaRPr lang="de-DE">
              <a:solidFill>
                <a:schemeClr val="bg1"/>
              </a:solidFill>
            </a:endParaRPr>
          </a:p>
        </p:txBody>
      </p:sp>
      <p:sp>
        <p:nvSpPr>
          <p:cNvPr id="14" name="Title 2">
            <a:extLst>
              <a:ext uri="{FF2B5EF4-FFF2-40B4-BE49-F238E27FC236}">
                <a16:creationId xmlns:a16="http://schemas.microsoft.com/office/drawing/2014/main" id="{614E3D65-DB58-0284-BB83-92E7735842CD}"/>
              </a:ext>
            </a:extLst>
          </p:cNvPr>
          <p:cNvSpPr txBox="1">
            <a:spLocks/>
          </p:cNvSpPr>
          <p:nvPr/>
        </p:nvSpPr>
        <p:spPr bwMode="gray">
          <a:xfrm>
            <a:off x="5574474" y="2825273"/>
            <a:ext cx="5995925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sz="1400" err="1"/>
              <a:t>A no-show is caught and freed automatically at the deadline — backed by real sensors and LEDs, not a manual sweep. Our strongest differentiator.</a:t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endParaRPr lang="de-CH" sz="1400"/>
          </a:p>
        </p:txBody>
      </p:sp>
      <p:pic>
        <p:nvPicPr>
          <p:cNvPr id="15" name="Graphic 15">
            <a:extLst>
              <a:ext uri="{FF2B5EF4-FFF2-40B4-BE49-F238E27FC236}">
                <a16:creationId xmlns:a16="http://schemas.microsoft.com/office/drawing/2014/main" id="{60921399-BAD1-7005-AAA6-19331644C21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04" y="2825242"/>
            <a:ext cx="468000" cy="468000"/>
          </a:xfrm>
          <a:prstGeom prst="rect">
            <a:avLst/>
          </a:prstGeom>
        </p:spPr>
      </p:pic>
      <p:sp>
        <p:nvSpPr>
          <p:cNvPr id="24" name="Title 2">
            <a:extLst>
              <a:ext uri="{FF2B5EF4-FFF2-40B4-BE49-F238E27FC236}">
                <a16:creationId xmlns:a16="http://schemas.microsoft.com/office/drawing/2014/main" id="{8F7B6EB1-76BD-21C3-0EBC-567345672256}"/>
              </a:ext>
            </a:extLst>
          </p:cNvPr>
          <p:cNvSpPr txBox="1">
            <a:spLocks/>
          </p:cNvSpPr>
          <p:nvPr/>
        </p:nvSpPr>
        <p:spPr bwMode="gray">
          <a:xfrm>
            <a:off x="1264617" y="2825307"/>
            <a:ext cx="3132000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kumimoji="0" sz="1600" b="0" i="0" u="none" strike="noStrike" cap="none" spc="20" normalizeH="0" baseline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Check-in and auto-release</a:t>
            </a:r>
            <a:r>
              <a:rPr lang="de-CH" err="1"/>
              <a:t/>
            </a:r>
            <a:endParaRPr lang="de-CH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9CAC0FB-A6F4-041E-92BA-92326290F9D4}"/>
              </a:ext>
            </a:extLst>
          </p:cNvPr>
          <p:cNvSpPr/>
          <p:nvPr/>
        </p:nvSpPr>
        <p:spPr bwMode="gray">
          <a:xfrm rot="16200000">
            <a:off x="4513650" y="2753275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de-CH" sz="1600" b="1" spc="20">
              <a:solidFill>
                <a:schemeClr val="tx2"/>
              </a:solidFill>
            </a:endParaRP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2AC734AE-E263-BE5C-79A0-CEEA626A6FB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0800000">
            <a:off x="4585650" y="2825274"/>
            <a:ext cx="468000" cy="468000"/>
          </a:xfrm>
          <a:prstGeom prst="rect">
            <a:avLst/>
          </a:prstGeom>
        </p:spPr>
      </p:pic>
      <p:sp>
        <p:nvSpPr>
          <p:cNvPr id="17" name="Title 2">
            <a:extLst>
              <a:ext uri="{FF2B5EF4-FFF2-40B4-BE49-F238E27FC236}">
                <a16:creationId xmlns:a16="http://schemas.microsoft.com/office/drawing/2014/main" id="{D2BFAA5F-9706-651F-BEFA-B57CCBC9120B}"/>
              </a:ext>
            </a:extLst>
          </p:cNvPr>
          <p:cNvSpPr txBox="1">
            <a:spLocks/>
          </p:cNvSpPr>
          <p:nvPr/>
        </p:nvSpPr>
        <p:spPr bwMode="gray">
          <a:xfrm>
            <a:off x="5574474" y="3716219"/>
            <a:ext cx="5995925" cy="46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sz="1400" err="1"/>
              <a:t>Microsoft Entra ID sign-in ties every action to a verified employee; every booking, check-in and release is audit-logged.</a:t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endParaRPr lang="de-CH" sz="1400"/>
          </a:p>
        </p:txBody>
      </p:sp>
      <p:pic>
        <p:nvPicPr>
          <p:cNvPr id="18" name="Graphic 19">
            <a:extLst>
              <a:ext uri="{FF2B5EF4-FFF2-40B4-BE49-F238E27FC236}">
                <a16:creationId xmlns:a16="http://schemas.microsoft.com/office/drawing/2014/main" id="{AAC9FA3A-8147-2CE2-82A6-9165324A4CD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04" y="3716189"/>
            <a:ext cx="468000" cy="468000"/>
          </a:xfrm>
          <a:prstGeom prst="rect">
            <a:avLst/>
          </a:prstGeom>
        </p:spPr>
      </p:pic>
      <p:sp>
        <p:nvSpPr>
          <p:cNvPr id="25" name="Title 2">
            <a:extLst>
              <a:ext uri="{FF2B5EF4-FFF2-40B4-BE49-F238E27FC236}">
                <a16:creationId xmlns:a16="http://schemas.microsoft.com/office/drawing/2014/main" id="{6CAF609A-DC21-CA0B-DFA2-979A040182D1}"/>
              </a:ext>
            </a:extLst>
          </p:cNvPr>
          <p:cNvSpPr txBox="1">
            <a:spLocks/>
          </p:cNvSpPr>
          <p:nvPr/>
        </p:nvSpPr>
        <p:spPr bwMode="gray">
          <a:xfrm>
            <a:off x="1267953" y="3716254"/>
            <a:ext cx="3132000" cy="46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kumimoji="0" sz="1600" b="0" i="0" u="none" strike="noStrike" cap="none" spc="20" normalizeH="0" baseline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Identity and governance</a:t>
            </a:r>
            <a:r>
              <a:rPr lang="de-CH" err="1"/>
              <a:t/>
            </a:r>
            <a:endParaRPr lang="de-CH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25AEF69-EEC8-E1AC-9E35-7144E1697A9E}"/>
              </a:ext>
            </a:extLst>
          </p:cNvPr>
          <p:cNvSpPr/>
          <p:nvPr/>
        </p:nvSpPr>
        <p:spPr bwMode="gray">
          <a:xfrm rot="16200000">
            <a:off x="4513650" y="3644221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de-CH" sz="1600" b="1" spc="20">
              <a:solidFill>
                <a:schemeClr val="tx2"/>
              </a:solidFill>
            </a:endParaRP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EE90B8D6-EFA3-8E35-596B-F8B46A34B1E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0800000">
            <a:off x="4585650" y="3716220"/>
            <a:ext cx="468000" cy="468000"/>
          </a:xfrm>
          <a:prstGeom prst="rect">
            <a:avLst/>
          </a:prstGeom>
        </p:spPr>
      </p:pic>
      <p:sp>
        <p:nvSpPr>
          <p:cNvPr id="20" name="Title 2">
            <a:extLst>
              <a:ext uri="{FF2B5EF4-FFF2-40B4-BE49-F238E27FC236}">
                <a16:creationId xmlns:a16="http://schemas.microsoft.com/office/drawing/2014/main" id="{FC16EBC1-76F9-D0BD-A812-444DE165BF1B}"/>
              </a:ext>
            </a:extLst>
          </p:cNvPr>
          <p:cNvSpPr txBox="1">
            <a:spLocks/>
          </p:cNvSpPr>
          <p:nvPr/>
        </p:nvSpPr>
        <p:spPr bwMode="gray">
          <a:xfrm>
            <a:off x="5574474" y="4607164"/>
            <a:ext cx="5995925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4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err="1"/>
              <a:t>Office hours, deadlines and resource configuration, plus utilisation/no-show reporting — scoped for the phase after the pilot.</a:t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endParaRPr lang="de-CH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A0692497-0F62-4EF4-4A9B-6FBCA8F4494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04" y="4607134"/>
            <a:ext cx="468000" cy="468000"/>
          </a:xfrm>
          <a:prstGeom prst="rect">
            <a:avLst/>
          </a:prstGeom>
        </p:spPr>
      </p:pic>
      <p:sp>
        <p:nvSpPr>
          <p:cNvPr id="26" name="Title 2">
            <a:extLst>
              <a:ext uri="{FF2B5EF4-FFF2-40B4-BE49-F238E27FC236}">
                <a16:creationId xmlns:a16="http://schemas.microsoft.com/office/drawing/2014/main" id="{AD8880C8-591A-ED43-1D53-5C150231383D}"/>
              </a:ext>
            </a:extLst>
          </p:cNvPr>
          <p:cNvSpPr txBox="1">
            <a:spLocks/>
          </p:cNvSpPr>
          <p:nvPr/>
        </p:nvSpPr>
        <p:spPr bwMode="gray">
          <a:xfrm>
            <a:off x="1267954" y="4607199"/>
            <a:ext cx="3132000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kumimoji="0" sz="1600" b="0" i="0" u="none" strike="noStrike" cap="none" spc="20" normalizeH="0" baseline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Administration and reporting</a:t>
            </a:r>
            <a:r>
              <a:rPr lang="de-CH" err="1"/>
              <a:t/>
            </a:r>
            <a:endParaRPr lang="de-CH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D8F1ACB5-EC2F-73EB-7F1A-72392DFCE06D}"/>
              </a:ext>
            </a:extLst>
          </p:cNvPr>
          <p:cNvSpPr/>
          <p:nvPr/>
        </p:nvSpPr>
        <p:spPr bwMode="gray">
          <a:xfrm rot="16200000">
            <a:off x="4513650" y="4535167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de-CH" sz="1600" b="1" spc="20">
              <a:solidFill>
                <a:schemeClr val="tx2"/>
              </a:solidFill>
            </a:endParaRP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47C8FC98-DF83-C541-0532-8A749F50ED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0800000">
            <a:off x="4585650" y="4607166"/>
            <a:ext cx="468000" cy="468000"/>
          </a:xfrm>
          <a:prstGeom prst="rect">
            <a:avLst/>
          </a:prstGeom>
        </p:spPr>
      </p:pic>
      <p:sp>
        <p:nvSpPr>
          <p:cNvPr id="57" name="Title 2">
            <a:extLst>
              <a:ext uri="{FF2B5EF4-FFF2-40B4-BE49-F238E27FC236}">
                <a16:creationId xmlns:a16="http://schemas.microsoft.com/office/drawing/2014/main" id="{CE2B737F-E93D-B000-39C3-E35CB1BCE723}"/>
              </a:ext>
            </a:extLst>
          </p:cNvPr>
          <p:cNvSpPr txBox="1">
            <a:spLocks/>
          </p:cNvSpPr>
          <p:nvPr/>
        </p:nvSpPr>
        <p:spPr bwMode="gray">
          <a:xfrm>
            <a:off x="5574474" y="5498110"/>
            <a:ext cx="5995925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sz="1400" err="1"/>
              <a:t>Designed from day one for multiple offices and 5,000+ users — validated first on Veridian's Belgrade pilot site.</a:t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endParaRPr lang="de-CH" sz="1400"/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18F3C512-F61F-2EBE-AF37-8AC7226B588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04" y="5498078"/>
            <a:ext cx="468000" cy="468000"/>
          </a:xfrm>
          <a:prstGeom prst="rect">
            <a:avLst/>
          </a:prstGeom>
        </p:spPr>
      </p:pic>
      <p:sp>
        <p:nvSpPr>
          <p:cNvPr id="59" name="Title 2">
            <a:extLst>
              <a:ext uri="{FF2B5EF4-FFF2-40B4-BE49-F238E27FC236}">
                <a16:creationId xmlns:a16="http://schemas.microsoft.com/office/drawing/2014/main" id="{2B6C3A85-939F-C2EB-3832-12683A5072C5}"/>
              </a:ext>
            </a:extLst>
          </p:cNvPr>
          <p:cNvSpPr txBox="1">
            <a:spLocks/>
          </p:cNvSpPr>
          <p:nvPr/>
        </p:nvSpPr>
        <p:spPr bwMode="gray">
          <a:xfrm>
            <a:off x="1282790" y="5498143"/>
            <a:ext cx="3132000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kumimoji="0" sz="1600" b="0" i="0" u="none" strike="noStrike" cap="none" spc="20" normalizeH="0" baseline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Multi-office and scale</a:t>
            </a:r>
            <a:r>
              <a:rPr lang="de-CH" err="1"/>
              <a:t/>
            </a:r>
            <a:endParaRPr lang="de-CH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7F0305F-8620-947C-B8B2-831514707A9B}"/>
              </a:ext>
            </a:extLst>
          </p:cNvPr>
          <p:cNvSpPr/>
          <p:nvPr/>
        </p:nvSpPr>
        <p:spPr bwMode="gray">
          <a:xfrm rot="16200000">
            <a:off x="4513650" y="5426111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de-CH" sz="1600" b="1" spc="20">
              <a:solidFill>
                <a:schemeClr val="tx2"/>
              </a:solidFill>
            </a:endParaRPr>
          </a:p>
        </p:txBody>
      </p:sp>
      <p:pic>
        <p:nvPicPr>
          <p:cNvPr id="61" name="Graphic 60">
            <a:extLst>
              <a:ext uri="{FF2B5EF4-FFF2-40B4-BE49-F238E27FC236}">
                <a16:creationId xmlns:a16="http://schemas.microsoft.com/office/drawing/2014/main" id="{49E20425-39F8-7647-7150-0B8F3362B4C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0800000">
            <a:off x="4585650" y="5498110"/>
            <a:ext cx="468000" cy="468000"/>
          </a:xfrm>
          <a:prstGeom prst="rect">
            <a:avLst/>
          </a:prstGeom>
        </p:spPr>
      </p:pic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F4BAD49-8339-413A-5986-C97E1622E891}"/>
              </a:ext>
            </a:extLst>
          </p:cNvPr>
          <p:cNvCxnSpPr>
            <a:cxnSpLocks/>
          </p:cNvCxnSpPr>
          <p:nvPr/>
        </p:nvCxnSpPr>
        <p:spPr bwMode="gray">
          <a:xfrm>
            <a:off x="5574473" y="2567311"/>
            <a:ext cx="5997600" cy="0"/>
          </a:xfrm>
          <a:prstGeom prst="line">
            <a:avLst/>
          </a:prstGeom>
          <a:ln w="9525">
            <a:solidFill>
              <a:schemeClr val="bg1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4719FC2-D5D4-0892-71DF-9C8261E9483B}"/>
              </a:ext>
            </a:extLst>
          </p:cNvPr>
          <p:cNvCxnSpPr>
            <a:cxnSpLocks/>
          </p:cNvCxnSpPr>
          <p:nvPr/>
        </p:nvCxnSpPr>
        <p:spPr bwMode="gray">
          <a:xfrm>
            <a:off x="5574473" y="3458257"/>
            <a:ext cx="5997600" cy="0"/>
          </a:xfrm>
          <a:prstGeom prst="line">
            <a:avLst/>
          </a:prstGeom>
          <a:ln w="9525">
            <a:solidFill>
              <a:schemeClr val="bg1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825575C-97EE-7AE7-B01A-EBA91D3FE6C8}"/>
              </a:ext>
            </a:extLst>
          </p:cNvPr>
          <p:cNvCxnSpPr>
            <a:cxnSpLocks/>
          </p:cNvCxnSpPr>
          <p:nvPr/>
        </p:nvCxnSpPr>
        <p:spPr bwMode="gray">
          <a:xfrm>
            <a:off x="5574473" y="4349203"/>
            <a:ext cx="5997600" cy="0"/>
          </a:xfrm>
          <a:prstGeom prst="line">
            <a:avLst/>
          </a:prstGeom>
          <a:ln w="9525">
            <a:solidFill>
              <a:schemeClr val="bg1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2586649-773F-118B-EF37-F1356675278D}"/>
              </a:ext>
            </a:extLst>
          </p:cNvPr>
          <p:cNvCxnSpPr>
            <a:cxnSpLocks/>
          </p:cNvCxnSpPr>
          <p:nvPr/>
        </p:nvCxnSpPr>
        <p:spPr bwMode="gray">
          <a:xfrm>
            <a:off x="5574473" y="5240149"/>
            <a:ext cx="5997600" cy="0"/>
          </a:xfrm>
          <a:prstGeom prst="line">
            <a:avLst/>
          </a:prstGeom>
          <a:ln w="9525">
            <a:solidFill>
              <a:schemeClr val="bg1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0194182-6EE2-880D-C459-D4267DA74CE9}"/>
              </a:ext>
            </a:extLst>
          </p:cNvPr>
          <p:cNvCxnSpPr>
            <a:cxnSpLocks/>
          </p:cNvCxnSpPr>
          <p:nvPr/>
        </p:nvCxnSpPr>
        <p:spPr bwMode="gray">
          <a:xfrm>
            <a:off x="619304" y="2660293"/>
            <a:ext cx="3816000" cy="0"/>
          </a:xfrm>
          <a:prstGeom prst="line">
            <a:avLst/>
          </a:prstGeom>
          <a:ln w="9525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4636EDA-546B-74C4-C6FC-1035BEE05E76}"/>
              </a:ext>
            </a:extLst>
          </p:cNvPr>
          <p:cNvCxnSpPr>
            <a:cxnSpLocks/>
          </p:cNvCxnSpPr>
          <p:nvPr/>
        </p:nvCxnSpPr>
        <p:spPr bwMode="gray">
          <a:xfrm>
            <a:off x="619304" y="3551239"/>
            <a:ext cx="3816000" cy="0"/>
          </a:xfrm>
          <a:prstGeom prst="line">
            <a:avLst/>
          </a:prstGeom>
          <a:ln w="9525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FAABE39-1CD5-9DDA-B581-14A932C99F54}"/>
              </a:ext>
            </a:extLst>
          </p:cNvPr>
          <p:cNvCxnSpPr>
            <a:cxnSpLocks/>
          </p:cNvCxnSpPr>
          <p:nvPr/>
        </p:nvCxnSpPr>
        <p:spPr bwMode="gray">
          <a:xfrm>
            <a:off x="619304" y="4442185"/>
            <a:ext cx="3816000" cy="0"/>
          </a:xfrm>
          <a:prstGeom prst="line">
            <a:avLst/>
          </a:prstGeom>
          <a:ln w="9525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BBA11D5-B57E-2536-89F2-AA49364369E7}"/>
              </a:ext>
            </a:extLst>
          </p:cNvPr>
          <p:cNvCxnSpPr>
            <a:cxnSpLocks/>
          </p:cNvCxnSpPr>
          <p:nvPr/>
        </p:nvCxnSpPr>
        <p:spPr bwMode="gray">
          <a:xfrm>
            <a:off x="619304" y="5333131"/>
            <a:ext cx="3816000" cy="0"/>
          </a:xfrm>
          <a:prstGeom prst="line">
            <a:avLst/>
          </a:prstGeom>
          <a:ln w="9525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itle 2">
            <a:extLst>
              <a:ext uri="{FF2B5EF4-FFF2-40B4-BE49-F238E27FC236}">
                <a16:creationId xmlns:a16="http://schemas.microsoft.com/office/drawing/2014/main" id="{D577B0F4-8593-F6AE-BF77-133C65CFC647}"/>
              </a:ext>
            </a:extLst>
          </p:cNvPr>
          <p:cNvSpPr txBox="1">
            <a:spLocks/>
          </p:cNvSpPr>
          <p:nvPr/>
        </p:nvSpPr>
        <p:spPr bwMode="gray">
          <a:xfrm>
            <a:off x="5574473" y="1934328"/>
            <a:ext cx="5997600" cy="46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sz="1400" err="1"/>
              <a:t>Map-based floor and parking picker, plus natural-language booking via Teams/Slack — same validated service, same guarantees, either way.</a:t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endParaRPr lang="de-CH" sz="1400"/>
          </a:p>
        </p:txBody>
      </p:sp>
      <p:pic>
        <p:nvPicPr>
          <p:cNvPr id="83" name="Graphic 82">
            <a:extLst>
              <a:ext uri="{FF2B5EF4-FFF2-40B4-BE49-F238E27FC236}">
                <a16:creationId xmlns:a16="http://schemas.microsoft.com/office/drawing/2014/main" id="{7A31E848-CD8F-EB22-AB02-B9D03B14377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04" y="1934297"/>
            <a:ext cx="468000" cy="468000"/>
          </a:xfrm>
          <a:prstGeom prst="rect">
            <a:avLst/>
          </a:prstGeom>
        </p:spPr>
      </p:pic>
      <p:sp>
        <p:nvSpPr>
          <p:cNvPr id="84" name="Title 2">
            <a:extLst>
              <a:ext uri="{FF2B5EF4-FFF2-40B4-BE49-F238E27FC236}">
                <a16:creationId xmlns:a16="http://schemas.microsoft.com/office/drawing/2014/main" id="{3E31667F-5CB7-31AA-B4A0-3EC67061FAB0}"/>
              </a:ext>
            </a:extLst>
          </p:cNvPr>
          <p:cNvSpPr txBox="1">
            <a:spLocks/>
          </p:cNvSpPr>
          <p:nvPr/>
        </p:nvSpPr>
        <p:spPr bwMode="gray">
          <a:xfrm>
            <a:off x="1264616" y="1934362"/>
            <a:ext cx="3132000" cy="46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kern="1200" spc="2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1600" i="0" u="none" strike="noStrike" kern="1200" cap="none" spc="2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Resource booking</a:t>
            </a:r>
            <a:r>
              <a:rPr kumimoji="0" lang="de-CH" sz="1600" i="0" u="none" strike="noStrike" kern="1200" cap="none" spc="2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/>
            </a:r>
            <a:r>
              <a:rPr kumimoji="0" lang="de-CH" sz="1600" i="0" u="none" strike="noStrike" kern="1200" cap="none" spc="20" normalizeH="0" baseline="0" noProof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/>
            </a:r>
            <a:endParaRPr kumimoji="0" lang="de-CH" sz="1200" i="0" u="none" strike="noStrike" kern="1200" cap="none" spc="2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</a:endParaRP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0CF6F9BD-8F89-2297-9BD5-CFA6F3FC5A4C}"/>
              </a:ext>
            </a:extLst>
          </p:cNvPr>
          <p:cNvSpPr/>
          <p:nvPr/>
        </p:nvSpPr>
        <p:spPr bwMode="gray">
          <a:xfrm rot="16200000">
            <a:off x="4513650" y="1862329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de-CH" sz="1600" b="1" spc="20">
              <a:solidFill>
                <a:schemeClr val="tx2"/>
              </a:solidFill>
            </a:endParaRP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8879AE34-D475-220B-5287-DCAE7FE09C5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0800000">
            <a:off x="4585650" y="1934328"/>
            <a:ext cx="468000" cy="468000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737688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B7B5A-C7F5-75AB-F07E-222214294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09" name="think-cell data - do not delete" hidden="1">
            <a:extLst>
              <a:ext uri="{FF2B5EF4-FFF2-40B4-BE49-F238E27FC236}">
                <a16:creationId xmlns:a16="http://schemas.microsoft.com/office/drawing/2014/main" id="{F0BEF0D2-BA45-7A79-217B-517EBFC4BE82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06" imgH="306" progId="TCLayout.ActiveDocument.1">
                  <p:embed/>
                </p:oleObj>
              </mc:Choice>
              <mc:Fallback>
                <p:oleObj name="think-cell Slide" r:id="rId8" imgW="306" imgH="306" progId="TCLayout.ActiveDocument.1">
                  <p:embed/>
                  <p:pic>
                    <p:nvPicPr>
                      <p:cNvPr id="210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BEF0D2-BA45-7A79-217B-517EBFC4BE8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08" name="Rechteck 47">
            <a:extLst>
              <a:ext uri="{FF2B5EF4-FFF2-40B4-BE49-F238E27FC236}">
                <a16:creationId xmlns:a16="http://schemas.microsoft.com/office/drawing/2014/main" id="{E69B19ED-561F-AFB2-5405-1C51F3F81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">
                <a:srgbClr val="A841AE"/>
              </a:gs>
              <a:gs pos="100000">
                <a:srgbClr val="2C9FE2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pc="20" dirty="0"/>
          </a:p>
        </p:txBody>
      </p:sp>
      <p:sp>
        <p:nvSpPr>
          <p:cNvPr id="2111" name="Text Placeholder 2110">
            <a:extLst>
              <a:ext uri="{FF2B5EF4-FFF2-40B4-BE49-F238E27FC236}">
                <a16:creationId xmlns:a16="http://schemas.microsoft.com/office/drawing/2014/main" id="{77666CAB-CEB6-83A8-20B2-11A89F736BA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/>
        <p:txBody>
          <a:bodyPr/>
          <a:lstStyle/>
          <a:p>
            <a:r>
              <a:t>ARCHITECTURE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10" name="Title 2109">
            <a:extLst>
              <a:ext uri="{FF2B5EF4-FFF2-40B4-BE49-F238E27FC236}">
                <a16:creationId xmlns:a16="http://schemas.microsoft.com/office/drawing/2014/main" id="{B4247C51-A75B-4ED8-BD80-85E6D62803E2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 dirty="0">
                <a:solidFill>
                  <a:schemeClr val="bg1"/>
                </a:solidFill>
              </a:rPr>
              <a:t>Architecture for Full Delivery</a:t>
            </a:r>
          </a:p>
        </p:txBody>
      </p:sp>
      <p:sp>
        <p:nvSpPr>
          <p:cNvPr id="2112" name="Subtitle 2111">
            <a:extLst>
              <a:ext uri="{FF2B5EF4-FFF2-40B4-BE49-F238E27FC236}">
                <a16:creationId xmlns:a16="http://schemas.microsoft.com/office/drawing/2014/main" id="{370AB9E2-3BFD-289E-C74D-6BAF8539C89C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t>This bid's architecture, scoped to the pilot site and the three value-carrying features.</a:t>
            </a:r>
            <a:endParaRPr lang="en-GB" dirty="0">
              <a:solidFill>
                <a:schemeClr val="bg1"/>
              </a:solidFill>
            </a:endParaRPr>
          </a:p>
        </p:txBody>
      </p:sp>
      <p:grpSp>
        <p:nvGrpSpPr>
          <p:cNvPr id="2124" name="Gruppieren 8">
            <a:extLst>
              <a:ext uri="{FF2B5EF4-FFF2-40B4-BE49-F238E27FC236}">
                <a16:creationId xmlns:a16="http://schemas.microsoft.com/office/drawing/2014/main" id="{C5D44004-55C1-6F5A-8806-9BD16F4BF3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gray">
          <a:xfrm>
            <a:off x="9768000" y="-1827000"/>
            <a:ext cx="2837885" cy="2837885"/>
            <a:chOff x="5944242" y="4834696"/>
            <a:chExt cx="5699939" cy="5699939"/>
          </a:xfrm>
        </p:grpSpPr>
        <p:sp>
          <p:nvSpPr>
            <p:cNvPr id="2125" name="Ellipse 9">
              <a:extLst>
                <a:ext uri="{FF2B5EF4-FFF2-40B4-BE49-F238E27FC236}">
                  <a16:creationId xmlns:a16="http://schemas.microsoft.com/office/drawing/2014/main" id="{57D3413F-3963-9FAF-9159-293AEB530095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26" name="Ellipse 10">
              <a:extLst>
                <a:ext uri="{FF2B5EF4-FFF2-40B4-BE49-F238E27FC236}">
                  <a16:creationId xmlns:a16="http://schemas.microsoft.com/office/drawing/2014/main" id="{FBA3A9F2-8F9D-9EE2-0A97-68BA06C50C16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127" name="Ellipse 11">
            <a:extLst>
              <a:ext uri="{FF2B5EF4-FFF2-40B4-BE49-F238E27FC236}">
                <a16:creationId xmlns:a16="http://schemas.microsoft.com/office/drawing/2014/main" id="{EF52A179-796B-2085-E67C-919C498B6D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9768000" y="-1827000"/>
            <a:ext cx="2837885" cy="2837885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68B204-A58B-8498-DD6B-21000C540E38}"/>
              </a:ext>
            </a:extLst>
          </p:cNvPr>
          <p:cNvSpPr>
            <a:spLocks noGrp="1"/>
          </p:cNvSpPr>
          <p:nvPr>
            <p:ph type="dt" sz="half" idx="18"/>
          </p:nvPr>
        </p:nvSpPr>
        <p:spPr bwMode="gray"/>
        <p:txBody>
          <a:bodyPr/>
          <a:lstStyle/>
          <a:p>
            <a:fld id="{AC83CB72-CA53-422A-9BB2-662E5ED6BB61}" type="datetime1">
              <a:rPr lang="en-GB" smtClean="0">
                <a:solidFill>
                  <a:schemeClr val="bg1"/>
                </a:solidFill>
              </a:rPr>
              <a:t>24/09/2026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7F4A94-B497-0088-DF60-FE3655B260C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GB">
                <a:solidFill>
                  <a:schemeClr val="bg1"/>
                </a:solidFill>
              </a:rPr>
              <a:t>|  </a:t>
            </a:r>
            <a:fld id="{8CF9DE7D-F270-4E16-BA04-5BCA8969A2EA}" type="slidenum">
              <a:rPr lang="en-GB" smtClean="0">
                <a:solidFill>
                  <a:schemeClr val="bg1"/>
                </a:solidFill>
              </a:rPr>
              <a:pPr/>
              <a:t>13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Fußzeilenplatzhalter 7" descr="{&quot;templafy&quot;:{&quot;id&quot;:&quot;a0bff947-1f7c-4514-a606-6e1134a47e7f&quot;}}">
            <a:extLst>
              <a:ext uri="{FF2B5EF4-FFF2-40B4-BE49-F238E27FC236}">
                <a16:creationId xmlns:a16="http://schemas.microsoft.com/office/drawing/2014/main" id="{A5FE28D3-F568-4353-9EAA-D42662F348BF}"/>
              </a:ext>
            </a:extLst>
          </p:cNvPr>
          <p:cNvSpPr txBox="1">
            <a:spLocks/>
          </p:cNvSpPr>
          <p:nvPr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>
                <a:solidFill>
                  <a:schemeClr val="bg1"/>
                </a:solidFill>
                <a:latin typeface="+mn-lt"/>
              </a:rPr>
              <a:t>© Zühlke</a:t>
            </a:r>
            <a:endParaRPr lang="en-GB" sz="800" spc="20" baseline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" name="Year" descr="{&quot;templafy&quot;:{&quot;id&quot;:&quot;376d1111-2e4c-41d6-bf5b-615caa165f5e&quot;}}">
            <a:extLst>
              <a:ext uri="{FF2B5EF4-FFF2-40B4-BE49-F238E27FC236}">
                <a16:creationId xmlns:a16="http://schemas.microsoft.com/office/drawing/2014/main" id="{53D4E0BC-B5D7-D4E4-39F3-5E5844D06877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 bwMode="gray"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pic>
        <p:nvPicPr>
          <p:cNvPr id="2128" name="Picture 2127" descr="architectu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1737360"/>
            <a:ext cx="4243553" cy="4297680"/>
          </a:xfrm>
          <a:prstGeom prst="rect">
            <a:avLst/>
          </a:prstGeom>
        </p:spPr>
      </p:pic>
      <p:sp>
        <p:nvSpPr>
          <p:cNvPr id="2129" name="TextBox 2128"/>
          <p:cNvSpPr txBox="1"/>
          <p:nvPr/>
        </p:nvSpPr>
        <p:spPr>
          <a:xfrm>
            <a:off x="5852160" y="1737360"/>
            <a:ext cx="5669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/>
              <a:t>Data and integrations</a:t>
            </a:r>
          </a:p>
          <a:p>
            <a:r>
              <a:rPr b="0"/>
              <a:t>PostgreSQL as system of record; Entra ID for identity; an approved AI service for the Teams/Slack channel; a device/gateway layer for sensors and LEDs, chosen through the pilot.</a:t>
            </a:r>
          </a:p>
          <a:p>
            <a:r>
              <a:rPr b="1"/>
              <a:t>Security and privacy</a:t>
            </a:r>
          </a:p>
          <a:p>
            <a:r>
              <a:rPr b="0"/>
              <a:t>Booking data reveals who sits where — treated as sensitive personal data, access scoped to the employee and admins. Only synthetic data used in build and demo.</a:t>
            </a:r>
          </a:p>
          <a:p>
            <a:r>
              <a:rPr b="1"/>
              <a:t>Reliability (to validate in Discovery)</a:t>
            </a:r>
          </a:p>
          <a:p>
            <a:r>
              <a:rPr b="0"/>
              <a:t>99.9% monthly availability, 15-minute recovery point, 4-hour recovery time — proposed targets, not yet load-tested.</a:t>
            </a:r>
          </a:p>
          <a:p>
            <a:r>
              <a:rPr b="1"/>
              <a:t>Scale</a:t>
            </a:r>
          </a:p>
          <a:p>
            <a:r>
              <a:rPr b="0"/>
              <a:t>Designed for multiple offices and 5,000+ users from one Belgrade pilot — proven at pilot scale first, then extended.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637991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svg="http://schemas.microsoft.com/office/drawing/2016/SVG/main" xmlns:adec="http://schemas.microsoft.com/office/drawing/2017/decorative" xmlns:v="urn:schemas-microsoft-com:vml" xmlns:a16="http://schemas.microsoft.com/office/drawing/2014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21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1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CFB634F-2116-0B5B-7BEB-A0A04F05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D70F5CC-4C8D-3AB5-B8E6-35C8AA627733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27" imgH="327" progId="TCLayout.ActiveDocument.1">
                  <p:embed/>
                </p:oleObj>
              </mc:Choice>
              <mc:Fallback>
                <p:oleObj name="think-cell Slide" r:id="rId7" imgW="327" imgH="327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D70F5CC-4C8D-3AB5-B8E6-35C8AA6277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hteck 8">
            <a:extLst>
              <a:ext uri="{FF2B5EF4-FFF2-40B4-BE49-F238E27FC236}">
                <a16:creationId xmlns:a16="http://schemas.microsoft.com/office/drawing/2014/main" id="{66718F2B-3A40-5B6A-0C2E-01C89DBD90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0" y="1628800"/>
            <a:ext cx="12191999" cy="504000"/>
          </a:xfrm>
          <a:prstGeom prst="rect">
            <a:avLst/>
          </a:prstGeom>
          <a:gradFill>
            <a:gsLst>
              <a:gs pos="68000">
                <a:srgbClr val="6772C9"/>
              </a:gs>
              <a:gs pos="10000">
                <a:srgbClr val="A841AE"/>
              </a:gs>
              <a:gs pos="100000">
                <a:srgbClr val="2C9FE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pc="2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2EE2CAC7-6688-1130-5183-02BD3522853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/>
              <a:t>PoC Scope and Validation Goals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BC2CE80-95D5-4256-EA31-E86644A6427F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t>Two or three functionalities, chosen to test the riskiest assumption first.</a:t>
            </a:r>
            <a:endParaRPr lang="en-GB"/>
          </a:p>
        </p:txBody>
      </p:sp>
      <p:sp>
        <p:nvSpPr>
          <p:cNvPr id="2" name="Date Placeholder 9">
            <a:extLst>
              <a:ext uri="{FF2B5EF4-FFF2-40B4-BE49-F238E27FC236}">
                <a16:creationId xmlns:a16="http://schemas.microsoft.com/office/drawing/2014/main" id="{A01E41DD-8C76-255F-B629-ADF02EE6853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418400" y="6372000"/>
            <a:ext cx="680400" cy="144000"/>
          </a:xfrm>
        </p:spPr>
        <p:txBody>
          <a:bodyPr/>
          <a:lstStyle/>
          <a:p>
            <a:fld id="{FD20AE32-A224-F549-B573-3E7F3C15EE73}" type="datetime1">
              <a:rPr lang="de-CH" smtClean="0"/>
              <a:t>24.09.26</a:t>
            </a:fld>
            <a:endParaRPr lang="en-GB"/>
          </a:p>
        </p:txBody>
      </p:sp>
      <p:sp>
        <p:nvSpPr>
          <p:cNvPr id="3" name="Footer Placeholder 10">
            <a:extLst>
              <a:ext uri="{FF2B5EF4-FFF2-40B4-BE49-F238E27FC236}">
                <a16:creationId xmlns:a16="http://schemas.microsoft.com/office/drawing/2014/main" id="{54B4709A-3613-E58A-62BF-8FB7A6E58BB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558800" y="6372000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11">
            <a:extLst>
              <a:ext uri="{FF2B5EF4-FFF2-40B4-BE49-F238E27FC236}">
                <a16:creationId xmlns:a16="http://schemas.microsoft.com/office/drawing/2014/main" id="{2BE65EA1-F664-800B-6A8C-36340F663B74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000" y="6372000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7</a:t>
            </a:fld>
            <a:endParaRPr lang="en-GB"/>
          </a:p>
        </p:txBody>
      </p:sp>
      <p:grpSp>
        <p:nvGrpSpPr>
          <p:cNvPr id="13" name="Gruppieren 8">
            <a:extLst>
              <a:ext uri="{FF2B5EF4-FFF2-40B4-BE49-F238E27FC236}">
                <a16:creationId xmlns:a16="http://schemas.microsoft.com/office/drawing/2014/main" id="{B4394876-6CA1-FA5D-7E22-8D24276359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gray">
          <a:xfrm>
            <a:off x="8460457" y="-3051720"/>
            <a:ext cx="4375695" cy="4375695"/>
            <a:chOff x="5944242" y="4834696"/>
            <a:chExt cx="5699939" cy="5699939"/>
          </a:xfrm>
        </p:grpSpPr>
        <p:sp>
          <p:nvSpPr>
            <p:cNvPr id="14" name="Ellipse 9">
              <a:extLst>
                <a:ext uri="{FF2B5EF4-FFF2-40B4-BE49-F238E27FC236}">
                  <a16:creationId xmlns:a16="http://schemas.microsoft.com/office/drawing/2014/main" id="{1A4023EA-F081-F58C-AC8C-C33203781052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Ellipse 10">
              <a:extLst>
                <a:ext uri="{FF2B5EF4-FFF2-40B4-BE49-F238E27FC236}">
                  <a16:creationId xmlns:a16="http://schemas.microsoft.com/office/drawing/2014/main" id="{B2D0D282-59F0-0FDC-6DBE-B0B9481D65C5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6" name="Ellipse 11">
            <a:extLst>
              <a:ext uri="{FF2B5EF4-FFF2-40B4-BE49-F238E27FC236}">
                <a16:creationId xmlns:a16="http://schemas.microsoft.com/office/drawing/2014/main" id="{78F73F66-37E3-C1B2-9E7A-1A1563986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460457" y="-3051720"/>
            <a:ext cx="4375695" cy="4375695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Standard Text">
            <a:extLst>
              <a:ext uri="{FF2B5EF4-FFF2-40B4-BE49-F238E27FC236}">
                <a16:creationId xmlns:a16="http://schemas.microsoft.com/office/drawing/2014/main" id="{A19605EF-89D1-13FA-B4AE-E8E85B1F1D0A}"/>
              </a:ext>
            </a:extLst>
          </p:cNvPr>
          <p:cNvSpPr txBox="1">
            <a:spLocks/>
          </p:cNvSpPr>
          <p:nvPr/>
        </p:nvSpPr>
        <p:spPr bwMode="gray">
          <a:xfrm>
            <a:off x="6241129" y="2276550"/>
            <a:ext cx="5327479" cy="388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err="1"/>
              <a:t>Database-enforced conflict safety holds under concurrent requests; a combined desk+parking booking succeeds or fails as one unit; a check-in deadline reliably triggers automatic release and instant rebooking — proven in a working system, not a diagram.</a:t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</a:p>
        </p:txBody>
      </p:sp>
      <p:sp>
        <p:nvSpPr>
          <p:cNvPr id="21" name="Standard Text">
            <a:extLst>
              <a:ext uri="{FF2B5EF4-FFF2-40B4-BE49-F238E27FC236}">
                <a16:creationId xmlns:a16="http://schemas.microsoft.com/office/drawing/2014/main" id="{EE309C32-9FE6-2E3F-8DC7-D6D59FE4688F}"/>
              </a:ext>
            </a:extLst>
          </p:cNvPr>
          <p:cNvSpPr txBox="1">
            <a:spLocks/>
          </p:cNvSpPr>
          <p:nvPr/>
        </p:nvSpPr>
        <p:spPr bwMode="gray">
          <a:xfrm>
            <a:off x="623391" y="1628800"/>
            <a:ext cx="5327407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What we selected, and why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2" name="Standard Text">
            <a:extLst>
              <a:ext uri="{FF2B5EF4-FFF2-40B4-BE49-F238E27FC236}">
                <a16:creationId xmlns:a16="http://schemas.microsoft.com/office/drawing/2014/main" id="{B6A92D0E-CBE8-D997-01B2-CDE8234BF769}"/>
              </a:ext>
            </a:extLst>
          </p:cNvPr>
          <p:cNvSpPr txBox="1">
            <a:spLocks/>
          </p:cNvSpPr>
          <p:nvPr/>
        </p:nvSpPr>
        <p:spPr bwMode="gray">
          <a:xfrm>
            <a:off x="6240633" y="1628800"/>
            <a:ext cx="5327479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What the PoC validates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3" name="Standard Text">
            <a:extLst>
              <a:ext uri="{FF2B5EF4-FFF2-40B4-BE49-F238E27FC236}">
                <a16:creationId xmlns:a16="http://schemas.microsoft.com/office/drawing/2014/main" id="{D7710D82-4AA8-B321-DEBD-1449C2738420}"/>
              </a:ext>
            </a:extLst>
          </p:cNvPr>
          <p:cNvSpPr txBox="1">
            <a:spLocks/>
          </p:cNvSpPr>
          <p:nvPr/>
        </p:nvSpPr>
        <p:spPr bwMode="gray">
          <a:xfrm>
            <a:off x="623392" y="2276550"/>
            <a:ext cx="5327479" cy="388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err="1"/>
              <a:t>Booking, check-in and automatic release (FR-03, FR-08, FR-09) — the one journey where conflict safety and the no-show problem meet. It's the highest-risk, highest-value assumption in the whole proposal: does automatic release actually hold under real booking pressure?</a:t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937472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ct 18" hidden="1">
            <a:extLst>
              <a:ext uri="{FF2B5EF4-FFF2-40B4-BE49-F238E27FC236}">
                <a16:creationId xmlns:a16="http://schemas.microsoft.com/office/drawing/2014/main" id="{19FFA141-0DE9-FADE-EBEB-F803ABA22D64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27" imgH="327" progId="TCLayout.ActiveDocument.1">
                  <p:embed/>
                </p:oleObj>
              </mc:Choice>
              <mc:Fallback>
                <p:oleObj name="think-cell Slide" r:id="rId8" imgW="327" imgH="327" progId="TCLayout.ActiveDocument.1">
                  <p:embed/>
                  <p:pic>
                    <p:nvPicPr>
                      <p:cNvPr id="19" name="Object 18" hidden="1">
                        <a:extLst>
                          <a:ext uri="{FF2B5EF4-FFF2-40B4-BE49-F238E27FC236}">
                            <a16:creationId xmlns:a16="http://schemas.microsoft.com/office/drawing/2014/main" id="{19FFA141-0DE9-FADE-EBEB-F803ABA22D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A220B7E-0EF3-6D4D-857B-5F40C7A8DC0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/>
              <a:t>PoC Results, SDLC and Learnings</a:t>
            </a:r>
          </a:p>
        </p:txBody>
      </p:sp>
      <p:sp>
        <p:nvSpPr>
          <p:cNvPr id="22" name="Subtitle 21">
            <a:extLst>
              <a:ext uri="{FF2B5EF4-FFF2-40B4-BE49-F238E27FC236}">
                <a16:creationId xmlns:a16="http://schemas.microsoft.com/office/drawing/2014/main" id="{589260F1-5D31-9D76-4117-99E4DA03D2B5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rPr lang="en-GB"/>
              <a:t>What we built, the Agentic SDLC used to build it, and what we learned.</a:t>
            </a:r>
            <a:r>
              <a:rPr lang="en-GB">
                <a:solidFill>
                  <a:srgbClr val="FF9900"/>
                </a:solidFill>
              </a:rPr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</a:p>
        </p:txBody>
      </p:sp>
      <p:sp>
        <p:nvSpPr>
          <p:cNvPr id="78" name="Standard Text">
            <a:extLst>
              <a:ext uri="{FF2B5EF4-FFF2-40B4-BE49-F238E27FC236}">
                <a16:creationId xmlns:a16="http://schemas.microsoft.com/office/drawing/2014/main" id="{B763F1AC-A2AD-129D-B26E-085DAEB3C9CC}"/>
              </a:ext>
            </a:extLst>
          </p:cNvPr>
          <p:cNvSpPr txBox="1">
            <a:spLocks/>
          </p:cNvSpPr>
          <p:nvPr/>
        </p:nvSpPr>
        <p:spPr bwMode="gray">
          <a:xfrm>
            <a:off x="623888" y="2470044"/>
            <a:ext cx="5328000" cy="11519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 indent="-216000">
              <a:spcBef>
                <a:spcPts val="0"/>
              </a:spcBef>
            </a:pPr>
            <a:r>
              <a:rPr lang="en-GB" sz="1050"/>
              <a:t>Key decisions</a:t>
            </a:r>
          </a:p>
          <a:p>
            <a:pPr lvl="1">
              <a:spcBef>
                <a:spcPts val="0"/>
              </a:spcBef>
            </a:pPr>
            <a:r>
              <a:rPr lang="en-GB" sz="950">
                <a:latin typeface="+mn-lt"/>
              </a:rPr>
              <a:t>Three written decision records (half-day policy, specific-resource map picker, three-feature bid scope) kept the team aligned without slowing down — each one traceable in the repository.</a:t>
            </a:r>
            <a:r>
              <a:rPr lang="en-GB" sz="950">
                <a:solidFill>
                  <a:srgbClr val="FF9900"/>
                </a:solidFill>
                <a:latin typeface="+mn-lt"/>
              </a:rPr>
              <a:t/>
            </a:r>
            <a:r>
              <a:rPr lang="en-GB" sz="950">
                <a:latin typeface="+mn-lt"/>
              </a:rPr>
              <a:t/>
            </a:r>
          </a:p>
        </p:txBody>
      </p:sp>
      <p:sp>
        <p:nvSpPr>
          <p:cNvPr id="79" name="Standard Text">
            <a:extLst>
              <a:ext uri="{FF2B5EF4-FFF2-40B4-BE49-F238E27FC236}">
                <a16:creationId xmlns:a16="http://schemas.microsoft.com/office/drawing/2014/main" id="{6938889F-8806-F296-4F18-E830B6C5C71D}"/>
              </a:ext>
            </a:extLst>
          </p:cNvPr>
          <p:cNvSpPr txBox="1">
            <a:spLocks/>
          </p:cNvSpPr>
          <p:nvPr/>
        </p:nvSpPr>
        <p:spPr bwMode="gray">
          <a:xfrm>
            <a:off x="6240608" y="2470044"/>
            <a:ext cx="5328000" cy="11519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 sz="1050"/>
              <a:t>Biggest lesson</a:t>
            </a:r>
          </a:p>
          <a:p>
            <a:pPr lvl="1">
              <a:spcBef>
                <a:spcPts val="0"/>
              </a:spcBef>
            </a:pPr>
            <a:r>
              <a:rPr lang="en-GB" sz="1050">
                <a:latin typeface="+mn-lt"/>
              </a:rPr>
              <a:t>Database constraints, not application code, are what make “conflict-safe” a guarantee instead of a hope — the agent proposed it, a human approved it as the load-bearing design decision.</a:t>
            </a:r>
          </a:p>
        </p:txBody>
      </p:sp>
      <p:sp>
        <p:nvSpPr>
          <p:cNvPr id="80" name="Standard Text">
            <a:extLst>
              <a:ext uri="{FF2B5EF4-FFF2-40B4-BE49-F238E27FC236}">
                <a16:creationId xmlns:a16="http://schemas.microsoft.com/office/drawing/2014/main" id="{1F4FE72C-0562-9D8B-6AB4-D26A86BE9B80}"/>
              </a:ext>
            </a:extLst>
          </p:cNvPr>
          <p:cNvSpPr txBox="1">
            <a:spLocks/>
          </p:cNvSpPr>
          <p:nvPr/>
        </p:nvSpPr>
        <p:spPr bwMode="gray">
          <a:xfrm>
            <a:off x="623392" y="1628800"/>
            <a:ext cx="10944225" cy="3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 sz="1050"/>
              <a:t>Working results: combined desk+parking booking (atomic); conflict-safe by database design, not application code; ownership-checked, idempotent check-in; automatic no-show release with a full audit trail — all running today, not mocked.</a:t>
            </a:r>
            <a:r>
              <a:rPr lang="en-GB" sz="1050" err="1"/>
              <a:t/>
            </a:r>
            <a:r>
              <a:rPr lang="en-GB" sz="1050"/>
              <a:t/>
            </a:r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228A48F3-E3AE-2D1A-949E-6700053F8331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418400" y="6372000"/>
            <a:ext cx="680400" cy="144000"/>
          </a:xfrm>
        </p:spPr>
        <p:txBody>
          <a:bodyPr/>
          <a:lstStyle/>
          <a:p>
            <a:fld id="{6EBD1B98-77B8-504A-AC12-E37150047F93}" type="datetime1">
              <a:rPr lang="de-CH" smtClean="0"/>
              <a:t>24.09.26</a:t>
            </a:fld>
            <a:endParaRPr lang="en-GB"/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712AD07-5CFE-26C7-8EA9-31082124DF2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558800" y="6372000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11">
            <a:extLst>
              <a:ext uri="{FF2B5EF4-FFF2-40B4-BE49-F238E27FC236}">
                <a16:creationId xmlns:a16="http://schemas.microsoft.com/office/drawing/2014/main" id="{882B1430-F3DC-426A-49A9-57768284747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000" y="6372000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81" name="TextBox 80"/>
          <p:cNvSpPr txBox="1"/>
          <p:nvPr/>
        </p:nvSpPr>
        <p:spPr>
          <a:xfrm>
            <a:off x="621792" y="37033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/>
              <a:t>SDLC used for the PoC</a:t>
            </a:r>
          </a:p>
        </p:txBody>
      </p:sp>
      <p:pic>
        <p:nvPicPr>
          <p:cNvPr id="82" name="Picture 81" descr="sdlc-p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4069080"/>
            <a:ext cx="11155680" cy="1209481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974819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ct 18" hidden="1">
            <a:extLst>
              <a:ext uri="{FF2B5EF4-FFF2-40B4-BE49-F238E27FC236}">
                <a16:creationId xmlns:a16="http://schemas.microsoft.com/office/drawing/2014/main" id="{19FFA141-0DE9-FADE-EBEB-F803ABA22D64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27" imgH="327" progId="TCLayout.ActiveDocument.1">
                  <p:embed/>
                </p:oleObj>
              </mc:Choice>
              <mc:Fallback>
                <p:oleObj name="think-cell Slide" r:id="rId8" imgW="327" imgH="327" progId="TCLayout.ActiveDocument.1">
                  <p:embed/>
                  <p:pic>
                    <p:nvPicPr>
                      <p:cNvPr id="19" name="Object 18" hidden="1">
                        <a:extLst>
                          <a:ext uri="{FF2B5EF4-FFF2-40B4-BE49-F238E27FC236}">
                            <a16:creationId xmlns:a16="http://schemas.microsoft.com/office/drawing/2014/main" id="{19FFA141-0DE9-FADE-EBEB-F803ABA22D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A220B7E-0EF3-6D4D-857B-5F40C7A8DC0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/>
              <a:t>Target Agentic SDLC for Full Delivery</a:t>
            </a:r>
          </a:p>
        </p:txBody>
      </p:sp>
      <p:sp>
        <p:nvSpPr>
          <p:cNvPr id="22" name="Subtitle 21">
            <a:extLst>
              <a:ext uri="{FF2B5EF4-FFF2-40B4-BE49-F238E27FC236}">
                <a16:creationId xmlns:a16="http://schemas.microsoft.com/office/drawing/2014/main" id="{589260F1-5D31-9D76-4117-99E4DA03D2B5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rPr lang="en-GB"/>
              <a:t>What changes when the same loop runs the complete solution.</a:t>
            </a:r>
            <a:r>
              <a:rPr lang="en-GB">
                <a:solidFill>
                  <a:srgbClr val="FF9900"/>
                </a:solidFill>
              </a:rPr>
              <a:t/>
            </a:r>
            <a:r>
              <a:rPr lang="en-GB"/>
              <a:t/>
            </a:r>
            <a:r>
              <a:rPr lang="en-GB" err="1"/>
              <a:t/>
            </a:r>
            <a:r>
              <a:rPr lang="en-GB"/>
              <a:t/>
            </a:r>
          </a:p>
        </p:txBody>
      </p:sp>
      <p:sp>
        <p:nvSpPr>
          <p:cNvPr id="78" name="Standard Text">
            <a:extLst>
              <a:ext uri="{FF2B5EF4-FFF2-40B4-BE49-F238E27FC236}">
                <a16:creationId xmlns:a16="http://schemas.microsoft.com/office/drawing/2014/main" id="{B763F1AC-A2AD-129D-B26E-085DAEB3C9CC}"/>
              </a:ext>
            </a:extLst>
          </p:cNvPr>
          <p:cNvSpPr txBox="1">
            <a:spLocks/>
          </p:cNvSpPr>
          <p:nvPr/>
        </p:nvSpPr>
        <p:spPr bwMode="gray">
          <a:xfrm>
            <a:off x="623888" y="2470044"/>
            <a:ext cx="5328000" cy="11519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 indent="-216000">
              <a:spcBef>
                <a:spcPts val="0"/>
              </a:spcBef>
            </a:pPr>
            <a:r>
              <a:rPr lang="en-GB" sz="1050"/>
              <a:t>Operating it, not just building it</a:t>
            </a:r>
          </a:p>
          <a:p>
            <a:pPr lvl="1">
              <a:spcBef>
                <a:spcPts val="0"/>
              </a:spcBef>
            </a:pPr>
            <a:r>
              <a:rPr lang="en-GB" sz="950">
                <a:latin typeface="+mn-lt"/>
              </a:rPr>
              <a:t>An observability and incident-triage agent watches production and drafts root-cause analysis for every incident.</a:t>
            </a:r>
            <a:r>
              <a:rPr lang="en-GB" sz="950">
                <a:solidFill>
                  <a:srgbClr val="FF9900"/>
                </a:solidFill>
                <a:latin typeface="+mn-lt"/>
              </a:rPr>
              <a:t/>
            </a:r>
            <a:r>
              <a:rPr lang="en-GB" sz="950">
                <a:latin typeface="+mn-lt"/>
              </a:rPr>
              <a:t/>
            </a:r>
          </a:p>
        </p:txBody>
      </p:sp>
      <p:sp>
        <p:nvSpPr>
          <p:cNvPr id="79" name="Standard Text">
            <a:extLst>
              <a:ext uri="{FF2B5EF4-FFF2-40B4-BE49-F238E27FC236}">
                <a16:creationId xmlns:a16="http://schemas.microsoft.com/office/drawing/2014/main" id="{6938889F-8806-F296-4F18-E830B6C5C71D}"/>
              </a:ext>
            </a:extLst>
          </p:cNvPr>
          <p:cNvSpPr txBox="1">
            <a:spLocks/>
          </p:cNvSpPr>
          <p:nvPr/>
        </p:nvSpPr>
        <p:spPr bwMode="gray">
          <a:xfrm>
            <a:off x="6240608" y="2470044"/>
            <a:ext cx="5328000" cy="11519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 sz="1050"/>
              <a:t>Still one governed loop</a:t>
            </a:r>
          </a:p>
          <a:p>
            <a:pPr lvl="1">
              <a:spcBef>
                <a:spcPts val="0"/>
              </a:spcBef>
            </a:pPr>
            <a:r>
              <a:rPr lang="en-GB" sz="1050">
                <a:latin typeface="+mn-lt"/>
              </a:rPr>
              <a:t>A human still approves every incident or change before it lands back in the backlog — development, deployment, operation and maintenance, one loop, not four separate hand-offs.</a:t>
            </a:r>
          </a:p>
        </p:txBody>
      </p:sp>
      <p:sp>
        <p:nvSpPr>
          <p:cNvPr id="80" name="Standard Text">
            <a:extLst>
              <a:ext uri="{FF2B5EF4-FFF2-40B4-BE49-F238E27FC236}">
                <a16:creationId xmlns:a16="http://schemas.microsoft.com/office/drawing/2014/main" id="{1F4FE72C-0562-9D8B-6AB4-D26A86BE9B80}"/>
              </a:ext>
            </a:extLst>
          </p:cNvPr>
          <p:cNvSpPr txBox="1">
            <a:spLocks/>
          </p:cNvSpPr>
          <p:nvPr/>
        </p:nvSpPr>
        <p:spPr bwMode="gray">
          <a:xfrm>
            <a:off x="623392" y="1628800"/>
            <a:ext cx="10944225" cy="3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 sz="1050"/>
              <a:t>The build loop from the PoC doesn't change shape — it runs in parallel across workstreams, wrapped in automated CI/CD and dependency/security scanning, with a human release gate before every deployment.</a:t>
            </a:r>
            <a:r>
              <a:rPr lang="en-GB" sz="1050" err="1"/>
              <a:t/>
            </a:r>
            <a:r>
              <a:rPr lang="en-GB" sz="1050"/>
              <a:t/>
            </a:r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228A48F3-E3AE-2D1A-949E-6700053F8331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418400" y="6372000"/>
            <a:ext cx="680400" cy="144000"/>
          </a:xfrm>
        </p:spPr>
        <p:txBody>
          <a:bodyPr/>
          <a:lstStyle/>
          <a:p>
            <a:fld id="{6EBD1B98-77B8-504A-AC12-E37150047F93}" type="datetime1">
              <a:rPr lang="de-CH" smtClean="0"/>
              <a:t>24.09.26</a:t>
            </a:fld>
            <a:endParaRPr lang="en-GB"/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712AD07-5CFE-26C7-8EA9-31082124DF2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558800" y="6372000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11">
            <a:extLst>
              <a:ext uri="{FF2B5EF4-FFF2-40B4-BE49-F238E27FC236}">
                <a16:creationId xmlns:a16="http://schemas.microsoft.com/office/drawing/2014/main" id="{882B1430-F3DC-426A-49A9-57768284747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000" y="6372000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81" name="TextBox 80"/>
          <p:cNvSpPr txBox="1"/>
          <p:nvPr/>
        </p:nvSpPr>
        <p:spPr>
          <a:xfrm>
            <a:off x="621792" y="37033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/>
              <a:t>Target SDLC for full delivery</a:t>
            </a:r>
          </a:p>
        </p:txBody>
      </p:sp>
      <p:pic>
        <p:nvPicPr>
          <p:cNvPr id="82" name="Picture 81" descr="sdlc-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4023360"/>
            <a:ext cx="9106435" cy="2148840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974819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4C5F4DC-F344-EB81-BA02-F7271E434F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AAA872-5238-4E95-C9AF-00241B81F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Roadmap and Team</a:t>
            </a:r>
            <a:r>
              <a:rPr lang="en-GB"/>
              <a:t/>
            </a:r>
            <a:r>
              <a:rPr lang="en-US"/>
              <a:t/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0A50BBB-8AA4-6E16-1DF0-EA225394ABD3}"/>
              </a:ext>
            </a:extLst>
          </p:cNvPr>
          <p:cNvSpPr>
            <a:spLocks noGrp="1"/>
          </p:cNvSpPr>
          <p:nvPr>
            <p:ph type="subTitle" idx="17"/>
          </p:nvPr>
        </p:nvSpPr>
        <p:spPr/>
        <p:txBody>
          <a:bodyPr/>
          <a:lstStyle/>
          <a:p>
            <a:r>
              <a:t>Delivery phases, governance (phase-gate steering and acceptance review), and the team behind them.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6500C-5BEC-F8C6-B4B7-ABB84E6F2AA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AD307158-29EF-0247-8A8D-896A559BB729}" type="datetime1">
              <a:rPr lang="de-CH" smtClean="0"/>
              <a:t>24.09.26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7296F-ACB7-FB24-B95A-1A149913915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75838E-19AA-1D48-2D3B-6F81B4DA604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19</a:t>
            </a:fld>
            <a:endParaRPr lang="en-GB"/>
          </a:p>
        </p:txBody>
      </p:sp>
      <p:pic>
        <p:nvPicPr>
          <p:cNvPr id="8" name="Picture 7" descr="gantt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21792" y="1554480"/>
            <a:ext cx="7863840" cy="2688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778240" y="1737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/>
              <a:t>Marija Fajht</a:t>
            </a:r>
          </a:p>
          <a:p>
            <a:pPr>
              <a:spcAft>
                <a:spcPts val="800"/>
              </a:spcAft>
            </a:pPr>
            <a:r>
              <a:t>Product/proposal lead</a:t>
            </a:r>
          </a:p>
          <a:p>
            <a:r>
              <a:rPr b="1"/>
              <a:t>Milan Mirkovic</a:t>
            </a:r>
          </a:p>
          <a:p>
            <a:pPr>
              <a:spcAft>
                <a:spcPts val="800"/>
              </a:spcAft>
            </a:pPr>
            <a:r>
              <a:t>Technical lead</a:t>
            </a:r>
          </a:p>
          <a:p>
            <a:r>
              <a:rPr b="1"/>
              <a:t>Vladimir Mihailovic</a:t>
            </a:r>
          </a:p>
          <a:p>
            <a:pPr>
              <a:spcAft>
                <a:spcPts val="800"/>
              </a:spcAft>
            </a:pPr>
            <a:r>
              <a:t>Frontend engineer</a:t>
            </a:r>
          </a:p>
          <a:p>
            <a:r>
              <a:rPr b="1"/>
              <a:t>Petar Scepanovic</a:t>
            </a:r>
          </a:p>
          <a:p>
            <a:pPr>
              <a:spcAft>
                <a:spcPts val="800"/>
              </a:spcAft>
            </a:pPr>
            <a:r>
              <a:t>Backend engineer</a:t>
            </a:r>
          </a:p>
          <a:p>
            <a:r>
              <a:rPr b="1"/>
              <a:t>Joze Vodnik</a:t>
            </a:r>
          </a:p>
          <a:p>
            <a:pPr>
              <a:spcAft>
                <a:spcPts val="800"/>
              </a:spcAft>
            </a:pPr>
            <a:r>
              <a:t>QA/evidence lead</a:t>
            </a:r>
          </a:p>
          <a:p>
            <a:r>
              <a:rPr b="1"/>
              <a:t>Marko Simic</a:t>
            </a:r>
          </a:p>
          <a:p>
            <a:pPr>
              <a:spcAft>
                <a:spcPts val="800"/>
              </a:spcAft>
            </a:pPr>
            <a:r>
              <a:t>Platform/integration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6235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Governance: a joint steering point at the end of each phase, client reviewing acceptance evidence before the next phase's budget is released. Client involvement: office hours/policy input in Discovery, design approval, phase-gate acceptance.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233734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D928-B410-8C0B-7962-EE478C931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9DDBAE6C-0FAA-D881-0194-A1A4B34BD057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06" imgH="306" progId="TCLayout.ActiveDocument.1">
                  <p:embed/>
                </p:oleObj>
              </mc:Choice>
              <mc:Fallback>
                <p:oleObj name="think-cell Slide" r:id="rId9" imgW="306" imgH="30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9DDBAE6C-0FAA-D881-0194-A1A4B34BD0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18EC3B78-BF50-E78B-4D6D-7E22DF16CE0E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3000">
              <a:solidFill>
                <a:schemeClr val="tx1"/>
              </a:solidFill>
              <a:latin typeface="Open Sans Extrabold" panose="020B0906030804020204" pitchFamily="34" charset="0"/>
              <a:ea typeface="Open Sans Extrabold" panose="020B0906030804020204" pitchFamily="34" charset="0"/>
              <a:cs typeface="Open Sans Extrabold" panose="020B0906030804020204" pitchFamily="34" charset="0"/>
              <a:sym typeface="Open Sans Extrabold" panose="020B0906030804020204" pitchFamily="34" charset="0"/>
            </a:endParaRP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01E38A05-DF68-A517-6047-D8BC311DCBD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/>
        <p:txBody>
          <a:bodyPr/>
          <a:lstStyle/>
          <a:p>
            <a:endParaRPr lang="de-DE"/>
          </a:p>
        </p:txBody>
      </p:sp>
      <p:sp>
        <p:nvSpPr>
          <p:cNvPr id="12" name="Titel 11">
            <a:extLst>
              <a:ext uri="{FF2B5EF4-FFF2-40B4-BE49-F238E27FC236}">
                <a16:creationId xmlns:a16="http://schemas.microsoft.com/office/drawing/2014/main" id="{9FA8EB4E-D6E2-ABB9-C523-1AF1578372B2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/>
              <a:t>Commercial Proposal</a:t>
            </a:r>
          </a:p>
        </p:txBody>
      </p:sp>
      <p:sp>
        <p:nvSpPr>
          <p:cNvPr id="15" name="Untertitel 14">
            <a:extLst>
              <a:ext uri="{FF2B5EF4-FFF2-40B4-BE49-F238E27FC236}">
                <a16:creationId xmlns:a16="http://schemas.microsoft.com/office/drawing/2014/main" id="{E0636A05-25F8-9CE1-C868-2414E6FC5A08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t>Person-days, duration and price for the Phase 1 pilot — the three value-carrying features.</a:t>
            </a:r>
            <a:endParaRPr lang="de-DE"/>
          </a:p>
        </p:txBody>
      </p:sp>
      <p:pic>
        <p:nvPicPr>
          <p:cNvPr id="20" name="Grafik 9">
            <a:extLst>
              <a:ext uri="{FF2B5EF4-FFF2-40B4-BE49-F238E27FC236}">
                <a16:creationId xmlns:a16="http://schemas.microsoft.com/office/drawing/2014/main" id="{222468E5-3DCB-1FD8-6AF0-B7032BDF6058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alphaModFix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-2" y="1628801"/>
            <a:ext cx="12192001" cy="432047"/>
          </a:xfrm>
          <a:prstGeom prst="rect">
            <a:avLst/>
          </a:prstGeom>
        </p:spPr>
      </p:pic>
      <p:graphicFrame>
        <p:nvGraphicFramePr>
          <p:cNvPr id="21" name="Inhaltsplatzhalter 11">
            <a:extLst>
              <a:ext uri="{FF2B5EF4-FFF2-40B4-BE49-F238E27FC236}">
                <a16:creationId xmlns:a16="http://schemas.microsoft.com/office/drawing/2014/main" id="{8CF3B1C0-628E-1264-D791-4B7BF7880E6D}"/>
              </a:ext>
            </a:extLst>
          </p:cNvPr>
          <p:cNvGraphicFramePr>
            <a:graphicFrameLocks/>
          </p:cNvGraphicFramePr>
          <p:nvPr/>
        </p:nvGraphicFramePr>
        <p:xfrm>
          <a:off x="624608" y="1629008"/>
          <a:ext cx="10944000" cy="1872000"/>
        </p:xfrm>
        <a:graphic>
          <a:graphicData uri="http://schemas.openxmlformats.org/drawingml/2006/table">
            <a:tbl>
              <a:tblPr firstRow="1" firstCol="1" lastRow="1" lastCol="1">
                <a:tableStyleId>{2D5ABB26-0587-4C30-8999-92F81FD0307C}</a:tableStyleId>
              </a:tblPr>
              <a:tblGrid>
                <a:gridCol w="1836000">
                  <a:extLst>
                    <a:ext uri="{9D8B030D-6E8A-4147-A177-3AD203B41FA5}">
                      <a16:colId xmlns:a16="http://schemas.microsoft.com/office/drawing/2014/main" val="2389719309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358360450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27564548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341440423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1245493528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136038255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t>Phase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Team engaged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Time period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Estimated PD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Team Daily Rate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Estimated investment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01217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t>Discovery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Product/proposal lead + Technical lead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Weeks 1–2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r>
                        <a:t>€800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r>
                        <a:t>€16,000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37254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t>Feature 1 — Auto-release + hardware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Backend + Platform engineer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Weeks 3–5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€800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€24,000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23132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t>Feature 2 — Easy booking, two ways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Frontend + Technical lead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Weeks 3–5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€800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€20,000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22199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t>Identity and hardening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Backend + QA/evidence lead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Weeks 6–7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€800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€16,000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275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t>Pilot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Product/proposal lead + QA/evidence lead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Weeks 8–9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€800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€16,000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275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t>Base total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~9 weeks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115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€92,000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27504"/>
                  </a:ext>
                </a:extLst>
              </a:tr>
            </a:tbl>
          </a:graphicData>
        </a:graphic>
      </p:graphicFrame>
      <p:sp>
        <p:nvSpPr>
          <p:cNvPr id="22" name="Standard Text">
            <a:extLst>
              <a:ext uri="{FF2B5EF4-FFF2-40B4-BE49-F238E27FC236}">
                <a16:creationId xmlns:a16="http://schemas.microsoft.com/office/drawing/2014/main" id="{2E65BC81-D155-AC5A-2819-427679E563DF}"/>
              </a:ext>
            </a:extLst>
          </p:cNvPr>
          <p:cNvSpPr txBox="1">
            <a:spLocks/>
          </p:cNvSpPr>
          <p:nvPr/>
        </p:nvSpPr>
        <p:spPr bwMode="gray">
          <a:xfrm>
            <a:off x="623391" y="4343400"/>
            <a:ext cx="10944722" cy="1874519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38100" dir="2700000" algn="ctr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864000" rIns="144000" bIns="108000" rtlCol="0" anchor="t" anchorCtr="0">
            <a:noAutofit/>
          </a:bodyPr>
          <a:lstStyle>
            <a:defPPr>
              <a:defRPr lang="de-DE"/>
            </a:defPPr>
            <a:lvl1pPr algn="ctr">
              <a:lnSpc>
                <a:spcPct val="120000"/>
              </a:lnSpc>
              <a:defRPr sz="1600" spc="2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/>
            <a:r>
              <a:rPr lang="en-GB" sz="1200">
                <a:solidFill>
                  <a:schemeClr val="tx1"/>
                </a:solidFill>
              </a:rPr>
              <a:t>+20% contingency (23 PD, €18,400) = 138 PD, €110,400 indicative envelope, ~9–11 weeks.</a:t>
            </a:r>
          </a:p>
          <a:p>
            <a:pPr algn="l"/>
            <a:r>
              <a:rPr lang="en-GB" sz="1200">
                <a:solidFill>
                  <a:schemeClr val="tx1"/>
                </a:solidFill>
              </a:rPr>
              <a:t>Third-party, shown separately: cloud hosting €600–1,200/month; desk/parking sensors, LEDs, gateways and installation for up to 150 desk and 30 parking sensor points (supplier quote required); AI service consumption once usage patterns are known.</a:t>
            </a:r>
            <a:br>
              <a:rPr lang="en-GB" sz="1200">
                <a:solidFill>
                  <a:schemeClr val="tx1"/>
                </a:solidFill>
              </a:rPr>
            </a:br>
            <a:r>
              <a:rPr lang="en-GB" sz="1200">
                <a:solidFill>
                  <a:schemeClr val="tx1"/>
                </a:solidFill>
              </a:rPr>
              <a:t/>
            </a:r>
            <a:br>
              <a:rPr lang="en-GB" sz="1200">
                <a:solidFill>
                  <a:schemeClr val="tx1"/>
                </a:solidFill>
              </a:rPr>
            </a:br>
            <a:r>
              <a:rPr lang="en-GB" sz="1200">
                <a:solidFill>
                  <a:schemeClr val="tx1"/>
                </a:solidFill>
              </a:rPr>
              <a:t/>
            </a:r>
            <a:br>
              <a:rPr lang="en-GB" sz="1200">
                <a:solidFill>
                  <a:schemeClr val="tx1"/>
                </a:solidFill>
              </a:rPr>
            </a:br>
            <a:r>
              <a:rPr lang="en-GB" sz="1200">
                <a:solidFill>
                  <a:schemeClr val="tx1"/>
                </a:solidFill>
              </a:rPr>
              <a:t/>
            </a:r>
          </a:p>
          <a:p>
            <a:r>
              <a:t>Phase 2+ (administration, audit/reporting, multi-office rollout) is scoped and priced in Discovery once the pilot validates the model.</a:t>
            </a:r>
          </a:p>
        </p:txBody>
      </p:sp>
      <p:cxnSp>
        <p:nvCxnSpPr>
          <p:cNvPr id="24" name="Straight Connector 30">
            <a:extLst>
              <a:ext uri="{FF2B5EF4-FFF2-40B4-BE49-F238E27FC236}">
                <a16:creationId xmlns:a16="http://schemas.microsoft.com/office/drawing/2014/main" id="{09896598-1A19-15A3-7C32-C97F0F6F8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 bwMode="gray">
          <a:xfrm flipV="1">
            <a:off x="623392" y="3645284"/>
            <a:ext cx="0" cy="2520000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53">
            <a:extLst>
              <a:ext uri="{FF2B5EF4-FFF2-40B4-BE49-F238E27FC236}">
                <a16:creationId xmlns:a16="http://schemas.microsoft.com/office/drawing/2014/main" id="{EC76C3D3-3F8B-4D7D-D985-4AEFE2128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 bwMode="gray">
          <a:xfrm flipV="1">
            <a:off x="623392" y="3645072"/>
            <a:ext cx="0" cy="432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Datumsplatzhalter 31">
            <a:extLst>
              <a:ext uri="{FF2B5EF4-FFF2-40B4-BE49-F238E27FC236}">
                <a16:creationId xmlns:a16="http://schemas.microsoft.com/office/drawing/2014/main" id="{B0494A56-97E2-0D87-73AD-BEFCC822DB5B}"/>
              </a:ext>
            </a:extLst>
          </p:cNvPr>
          <p:cNvSpPr>
            <a:spLocks noGrp="1"/>
          </p:cNvSpPr>
          <p:nvPr>
            <p:ph type="dt" sz="half" idx="18"/>
          </p:nvPr>
        </p:nvSpPr>
        <p:spPr bwMode="gray"/>
        <p:txBody>
          <a:bodyPr/>
          <a:lstStyle/>
          <a:p>
            <a:fld id="{24B3A060-686F-DE49-957C-D4E15FB20DF7}" type="datetime1">
              <a:rPr lang="de-CH" smtClean="0">
                <a:solidFill>
                  <a:schemeClr val="bg1"/>
                </a:solidFill>
              </a:rPr>
              <a:t>24.09.26</a:t>
            </a:fld>
            <a:endParaRPr lang="en-GB">
              <a:solidFill>
                <a:schemeClr val="bg1"/>
              </a:solidFill>
            </a:endParaRPr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29F47417-CC50-5439-985F-EFA8A3E8F72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GB">
                <a:solidFill>
                  <a:schemeClr val="bg1"/>
                </a:solidFill>
              </a:rPr>
              <a:t>|  </a:t>
            </a:r>
            <a:fld id="{8CF9DE7D-F270-4E16-BA04-5BCA8969A2EA}" type="slidenum">
              <a:rPr lang="en-GB" smtClean="0">
                <a:solidFill>
                  <a:schemeClr val="bg1"/>
                </a:solidFill>
              </a:rPr>
              <a:pPr/>
              <a:t>27</a:t>
            </a:fld>
            <a:endParaRPr lang="en-GB">
              <a:solidFill>
                <a:schemeClr val="bg1"/>
              </a:solidFill>
            </a:endParaRPr>
          </a:p>
        </p:txBody>
      </p:sp>
      <p:sp>
        <p:nvSpPr>
          <p:cNvPr id="34" name="Fußzeilenplatzhalter 33">
            <a:extLst>
              <a:ext uri="{FF2B5EF4-FFF2-40B4-BE49-F238E27FC236}">
                <a16:creationId xmlns:a16="http://schemas.microsoft.com/office/drawing/2014/main" id="{4B1723B3-5104-9700-1D57-DE414388B47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endParaRPr lang="en-GB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11990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35E9EAC6-1E42-8C68-6880-44D611D977CD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628774"/>
            <a:ext cx="1415320" cy="5229225"/>
          </a:xfrm>
          <a:prstGeom prst="rect">
            <a:avLst/>
          </a:prstGeom>
        </p:spPr>
      </p:pic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8826923-6929-A27F-AA3A-D7D2BB07A180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27" imgH="327" progId="TCLayout.ActiveDocument.1">
                  <p:embed/>
                </p:oleObj>
              </mc:Choice>
              <mc:Fallback>
                <p:oleObj name="think-cell Slide" r:id="rId9" imgW="327" imgH="327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8826923-6929-A27F-AA3A-D7D2BB07A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F499F-9967-41E9-9207-876E9A34CBB5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>
                <a:latin typeface="AA Zuehlke Medium" panose="02000603060000020004" pitchFamily="2" charset="0"/>
              </a:rPr>
              <a:t>Risks, Assumptions and Next Steps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6E8517F-A495-15A0-CCFD-DAD79F8F2D1B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t>Recommended next step: confirm the half-day policy decision and kick off a two-week, on-site Discovery.</a:t>
            </a:r>
            <a:endParaRPr lang="en-GB"/>
          </a:p>
        </p:txBody>
      </p:sp>
      <p:sp>
        <p:nvSpPr>
          <p:cNvPr id="78" name="Standard Text">
            <a:extLst>
              <a:ext uri="{FF2B5EF4-FFF2-40B4-BE49-F238E27FC236}">
                <a16:creationId xmlns:a16="http://schemas.microsoft.com/office/drawing/2014/main" id="{F40A849F-FBF1-6F8B-24B3-DD79AD80AD81}"/>
              </a:ext>
            </a:extLst>
          </p:cNvPr>
          <p:cNvSpPr txBox="1">
            <a:spLocks/>
          </p:cNvSpPr>
          <p:nvPr/>
        </p:nvSpPr>
        <p:spPr bwMode="gray">
          <a:xfrm>
            <a:off x="1702891" y="1628775"/>
            <a:ext cx="9865221" cy="1008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/>
              <a:t>Half-day policy still pending a written decision</a:t>
            </a:r>
          </a:p>
          <a:p>
            <a:r>
              <a:rPr lang="en-GB" sz="1400"/>
              <a:t>Risk: scope and price could shift. Mitigation: the full-day-only fallback is already priced (134 PD, €107,200) — confirm with the facilitator in week 1.</a:t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br>
              <a:rPr lang="en-GB" sz="1400"/>
            </a:b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</a:p>
        </p:txBody>
      </p:sp>
      <p:grpSp>
        <p:nvGrpSpPr>
          <p:cNvPr id="80" name="Graphic 18" descr="Building outline">
            <a:extLst>
              <a:ext uri="{FF2B5EF4-FFF2-40B4-BE49-F238E27FC236}">
                <a16:creationId xmlns:a16="http://schemas.microsoft.com/office/drawing/2014/main" id="{F276922F-FC03-8618-DD05-90E7888BF1B6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700917" y="3032928"/>
            <a:ext cx="361954" cy="504000"/>
            <a:chOff x="8850416" y="4603848"/>
            <a:chExt cx="252000" cy="350896"/>
          </a:xfrm>
          <a:solidFill>
            <a:schemeClr val="bg1"/>
          </a:solidFill>
        </p:grpSpPr>
        <p:sp>
          <p:nvSpPr>
            <p:cNvPr id="81" name="Freihandform: Form 180">
              <a:extLst>
                <a:ext uri="{FF2B5EF4-FFF2-40B4-BE49-F238E27FC236}">
                  <a16:creationId xmlns:a16="http://schemas.microsoft.com/office/drawing/2014/main" id="{8463DBDC-9B56-ED46-C28B-A3818D4B3E8B}"/>
                </a:ext>
              </a:extLst>
            </p:cNvPr>
            <p:cNvSpPr/>
            <p:nvPr/>
          </p:nvSpPr>
          <p:spPr bwMode="gray">
            <a:xfrm>
              <a:off x="8850416" y="4603848"/>
              <a:ext cx="252000" cy="350896"/>
            </a:xfrm>
            <a:custGeom>
              <a:avLst/>
              <a:gdLst>
                <a:gd name="connsiteX0" fmla="*/ 220500 w 252000"/>
                <a:gd name="connsiteY0" fmla="*/ 341897 h 350896"/>
                <a:gd name="connsiteX1" fmla="*/ 220500 w 252000"/>
                <a:gd name="connsiteY1" fmla="*/ 27000 h 350896"/>
                <a:gd name="connsiteX2" fmla="*/ 198000 w 252000"/>
                <a:gd name="connsiteY2" fmla="*/ 27000 h 350896"/>
                <a:gd name="connsiteX3" fmla="*/ 198000 w 252000"/>
                <a:gd name="connsiteY3" fmla="*/ 0 h 350896"/>
                <a:gd name="connsiteX4" fmla="*/ 54000 w 252000"/>
                <a:gd name="connsiteY4" fmla="*/ 0 h 350896"/>
                <a:gd name="connsiteX5" fmla="*/ 54000 w 252000"/>
                <a:gd name="connsiteY5" fmla="*/ 27000 h 350896"/>
                <a:gd name="connsiteX6" fmla="*/ 31500 w 252000"/>
                <a:gd name="connsiteY6" fmla="*/ 27000 h 350896"/>
                <a:gd name="connsiteX7" fmla="*/ 31500 w 252000"/>
                <a:gd name="connsiteY7" fmla="*/ 341897 h 350896"/>
                <a:gd name="connsiteX8" fmla="*/ 0 w 252000"/>
                <a:gd name="connsiteY8" fmla="*/ 341897 h 350896"/>
                <a:gd name="connsiteX9" fmla="*/ 0 w 252000"/>
                <a:gd name="connsiteY9" fmla="*/ 350897 h 350896"/>
                <a:gd name="connsiteX10" fmla="*/ 252000 w 252000"/>
                <a:gd name="connsiteY10" fmla="*/ 350897 h 350896"/>
                <a:gd name="connsiteX11" fmla="*/ 252000 w 252000"/>
                <a:gd name="connsiteY11" fmla="*/ 341897 h 350896"/>
                <a:gd name="connsiteX12" fmla="*/ 63000 w 252000"/>
                <a:gd name="connsiteY12" fmla="*/ 9000 h 350896"/>
                <a:gd name="connsiteX13" fmla="*/ 189000 w 252000"/>
                <a:gd name="connsiteY13" fmla="*/ 9000 h 350896"/>
                <a:gd name="connsiteX14" fmla="*/ 189000 w 252000"/>
                <a:gd name="connsiteY14" fmla="*/ 27000 h 350896"/>
                <a:gd name="connsiteX15" fmla="*/ 63000 w 252000"/>
                <a:gd name="connsiteY15" fmla="*/ 27000 h 350896"/>
                <a:gd name="connsiteX16" fmla="*/ 40500 w 252000"/>
                <a:gd name="connsiteY16" fmla="*/ 36000 h 350896"/>
                <a:gd name="connsiteX17" fmla="*/ 211500 w 252000"/>
                <a:gd name="connsiteY17" fmla="*/ 36000 h 350896"/>
                <a:gd name="connsiteX18" fmla="*/ 211500 w 252000"/>
                <a:gd name="connsiteY18" fmla="*/ 341897 h 350896"/>
                <a:gd name="connsiteX19" fmla="*/ 135000 w 252000"/>
                <a:gd name="connsiteY19" fmla="*/ 341897 h 350896"/>
                <a:gd name="connsiteX20" fmla="*/ 135000 w 252000"/>
                <a:gd name="connsiteY20" fmla="*/ 292500 h 350896"/>
                <a:gd name="connsiteX21" fmla="*/ 117000 w 252000"/>
                <a:gd name="connsiteY21" fmla="*/ 292500 h 350896"/>
                <a:gd name="connsiteX22" fmla="*/ 117000 w 252000"/>
                <a:gd name="connsiteY22" fmla="*/ 341897 h 350896"/>
                <a:gd name="connsiteX23" fmla="*/ 40500 w 252000"/>
                <a:gd name="connsiteY23" fmla="*/ 341897 h 350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2000" h="350896">
                  <a:moveTo>
                    <a:pt x="220500" y="341897"/>
                  </a:moveTo>
                  <a:lnTo>
                    <a:pt x="220500" y="27000"/>
                  </a:lnTo>
                  <a:lnTo>
                    <a:pt x="198000" y="27000"/>
                  </a:lnTo>
                  <a:lnTo>
                    <a:pt x="198000" y="0"/>
                  </a:lnTo>
                  <a:lnTo>
                    <a:pt x="54000" y="0"/>
                  </a:lnTo>
                  <a:lnTo>
                    <a:pt x="54000" y="27000"/>
                  </a:lnTo>
                  <a:lnTo>
                    <a:pt x="31500" y="27000"/>
                  </a:lnTo>
                  <a:lnTo>
                    <a:pt x="31500" y="341897"/>
                  </a:lnTo>
                  <a:lnTo>
                    <a:pt x="0" y="341897"/>
                  </a:lnTo>
                  <a:lnTo>
                    <a:pt x="0" y="350897"/>
                  </a:lnTo>
                  <a:lnTo>
                    <a:pt x="252000" y="350897"/>
                  </a:lnTo>
                  <a:lnTo>
                    <a:pt x="252000" y="341897"/>
                  </a:lnTo>
                  <a:close/>
                  <a:moveTo>
                    <a:pt x="63000" y="9000"/>
                  </a:moveTo>
                  <a:lnTo>
                    <a:pt x="189000" y="9000"/>
                  </a:lnTo>
                  <a:lnTo>
                    <a:pt x="189000" y="27000"/>
                  </a:lnTo>
                  <a:lnTo>
                    <a:pt x="63000" y="27000"/>
                  </a:lnTo>
                  <a:close/>
                  <a:moveTo>
                    <a:pt x="40500" y="36000"/>
                  </a:moveTo>
                  <a:lnTo>
                    <a:pt x="211500" y="36000"/>
                  </a:lnTo>
                  <a:lnTo>
                    <a:pt x="211500" y="341897"/>
                  </a:lnTo>
                  <a:lnTo>
                    <a:pt x="135000" y="341897"/>
                  </a:lnTo>
                  <a:lnTo>
                    <a:pt x="135000" y="292500"/>
                  </a:lnTo>
                  <a:lnTo>
                    <a:pt x="117000" y="292500"/>
                  </a:lnTo>
                  <a:lnTo>
                    <a:pt x="117000" y="341897"/>
                  </a:lnTo>
                  <a:lnTo>
                    <a:pt x="40500" y="34189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2" name="Freihandform: Form 181">
              <a:extLst>
                <a:ext uri="{FF2B5EF4-FFF2-40B4-BE49-F238E27FC236}">
                  <a16:creationId xmlns:a16="http://schemas.microsoft.com/office/drawing/2014/main" id="{9ECE9640-149F-9E0E-A7DB-5242B4028CE1}"/>
                </a:ext>
              </a:extLst>
            </p:cNvPr>
            <p:cNvSpPr/>
            <p:nvPr/>
          </p:nvSpPr>
          <p:spPr bwMode="gray">
            <a:xfrm>
              <a:off x="8922416" y="476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Freihandform: Form 182">
              <a:extLst>
                <a:ext uri="{FF2B5EF4-FFF2-40B4-BE49-F238E27FC236}">
                  <a16:creationId xmlns:a16="http://schemas.microsoft.com/office/drawing/2014/main" id="{E43BF9A1-1373-9E43-70E3-F71E1DECDF64}"/>
                </a:ext>
              </a:extLst>
            </p:cNvPr>
            <p:cNvSpPr/>
            <p:nvPr/>
          </p:nvSpPr>
          <p:spPr bwMode="gray">
            <a:xfrm>
              <a:off x="8922416" y="471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" name="Freihandform: Form 183">
              <a:extLst>
                <a:ext uri="{FF2B5EF4-FFF2-40B4-BE49-F238E27FC236}">
                  <a16:creationId xmlns:a16="http://schemas.microsoft.com/office/drawing/2014/main" id="{6545BFEE-9A16-FD25-5839-CF4B7DA7CF71}"/>
                </a:ext>
              </a:extLst>
            </p:cNvPr>
            <p:cNvSpPr/>
            <p:nvPr/>
          </p:nvSpPr>
          <p:spPr bwMode="gray">
            <a:xfrm>
              <a:off x="8922416" y="480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Freihandform: Form 184">
              <a:extLst>
                <a:ext uri="{FF2B5EF4-FFF2-40B4-BE49-F238E27FC236}">
                  <a16:creationId xmlns:a16="http://schemas.microsoft.com/office/drawing/2014/main" id="{C7F73759-3C95-A457-CBC5-1C198AABCBF2}"/>
                </a:ext>
              </a:extLst>
            </p:cNvPr>
            <p:cNvSpPr/>
            <p:nvPr/>
          </p:nvSpPr>
          <p:spPr bwMode="gray">
            <a:xfrm>
              <a:off x="8922416" y="485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" name="Freihandform: Form 185">
              <a:extLst>
                <a:ext uri="{FF2B5EF4-FFF2-40B4-BE49-F238E27FC236}">
                  <a16:creationId xmlns:a16="http://schemas.microsoft.com/office/drawing/2014/main" id="{076BEB1F-667F-31A7-A5E8-DA4DFED967A9}"/>
                </a:ext>
              </a:extLst>
            </p:cNvPr>
            <p:cNvSpPr/>
            <p:nvPr/>
          </p:nvSpPr>
          <p:spPr bwMode="gray">
            <a:xfrm>
              <a:off x="8967416" y="476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" name="Freihandform: Form 186">
              <a:extLst>
                <a:ext uri="{FF2B5EF4-FFF2-40B4-BE49-F238E27FC236}">
                  <a16:creationId xmlns:a16="http://schemas.microsoft.com/office/drawing/2014/main" id="{D8CA790F-3BDF-C8CD-277E-DF5E449072DB}"/>
                </a:ext>
              </a:extLst>
            </p:cNvPr>
            <p:cNvSpPr/>
            <p:nvPr/>
          </p:nvSpPr>
          <p:spPr bwMode="gray">
            <a:xfrm>
              <a:off x="8967416" y="485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" name="Freihandform: Form 187">
              <a:extLst>
                <a:ext uri="{FF2B5EF4-FFF2-40B4-BE49-F238E27FC236}">
                  <a16:creationId xmlns:a16="http://schemas.microsoft.com/office/drawing/2014/main" id="{5B2E38DA-4E74-6309-A0EF-F0D1051786F3}"/>
                </a:ext>
              </a:extLst>
            </p:cNvPr>
            <p:cNvSpPr/>
            <p:nvPr/>
          </p:nvSpPr>
          <p:spPr bwMode="gray">
            <a:xfrm>
              <a:off x="9012416" y="489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9" name="Freihandform: Form 188">
              <a:extLst>
                <a:ext uri="{FF2B5EF4-FFF2-40B4-BE49-F238E27FC236}">
                  <a16:creationId xmlns:a16="http://schemas.microsoft.com/office/drawing/2014/main" id="{7EE164DB-BEAD-3D09-AF29-E367D8966861}"/>
                </a:ext>
              </a:extLst>
            </p:cNvPr>
            <p:cNvSpPr/>
            <p:nvPr/>
          </p:nvSpPr>
          <p:spPr bwMode="gray">
            <a:xfrm>
              <a:off x="9012416" y="467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0" name="Freihandform: Form 189">
              <a:extLst>
                <a:ext uri="{FF2B5EF4-FFF2-40B4-BE49-F238E27FC236}">
                  <a16:creationId xmlns:a16="http://schemas.microsoft.com/office/drawing/2014/main" id="{CE12566F-A8CA-453C-E0F8-E1968F8AD74B}"/>
                </a:ext>
              </a:extLst>
            </p:cNvPr>
            <p:cNvSpPr/>
            <p:nvPr/>
          </p:nvSpPr>
          <p:spPr bwMode="gray">
            <a:xfrm>
              <a:off x="8967416" y="480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1" name="Freihandform: Form 190">
              <a:extLst>
                <a:ext uri="{FF2B5EF4-FFF2-40B4-BE49-F238E27FC236}">
                  <a16:creationId xmlns:a16="http://schemas.microsoft.com/office/drawing/2014/main" id="{9AE9124E-2F9B-73A9-2A6F-3033F937DE73}"/>
                </a:ext>
              </a:extLst>
            </p:cNvPr>
            <p:cNvSpPr/>
            <p:nvPr/>
          </p:nvSpPr>
          <p:spPr bwMode="gray">
            <a:xfrm>
              <a:off x="8967416" y="471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2" name="Freihandform: Form 191">
              <a:extLst>
                <a:ext uri="{FF2B5EF4-FFF2-40B4-BE49-F238E27FC236}">
                  <a16:creationId xmlns:a16="http://schemas.microsoft.com/office/drawing/2014/main" id="{F06FFC8B-052B-7DBF-F6F9-EC7676466FE2}"/>
                </a:ext>
              </a:extLst>
            </p:cNvPr>
            <p:cNvSpPr/>
            <p:nvPr/>
          </p:nvSpPr>
          <p:spPr bwMode="gray">
            <a:xfrm>
              <a:off x="8967416" y="467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3" name="Freihandform: Form 192">
              <a:extLst>
                <a:ext uri="{FF2B5EF4-FFF2-40B4-BE49-F238E27FC236}">
                  <a16:creationId xmlns:a16="http://schemas.microsoft.com/office/drawing/2014/main" id="{1866ADF1-C199-B50D-354F-FC019664FE6B}"/>
                </a:ext>
              </a:extLst>
            </p:cNvPr>
            <p:cNvSpPr/>
            <p:nvPr/>
          </p:nvSpPr>
          <p:spPr bwMode="gray">
            <a:xfrm>
              <a:off x="8922416" y="467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4" name="Freihandform: Form 193">
              <a:extLst>
                <a:ext uri="{FF2B5EF4-FFF2-40B4-BE49-F238E27FC236}">
                  <a16:creationId xmlns:a16="http://schemas.microsoft.com/office/drawing/2014/main" id="{678C970E-5822-B348-CD6E-2D65919B53BC}"/>
                </a:ext>
              </a:extLst>
            </p:cNvPr>
            <p:cNvSpPr/>
            <p:nvPr/>
          </p:nvSpPr>
          <p:spPr bwMode="gray">
            <a:xfrm>
              <a:off x="8922416" y="489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Freihandform: Form 194">
              <a:extLst>
                <a:ext uri="{FF2B5EF4-FFF2-40B4-BE49-F238E27FC236}">
                  <a16:creationId xmlns:a16="http://schemas.microsoft.com/office/drawing/2014/main" id="{DBC2E824-E372-A3EB-978A-003CA656F211}"/>
                </a:ext>
              </a:extLst>
            </p:cNvPr>
            <p:cNvSpPr/>
            <p:nvPr/>
          </p:nvSpPr>
          <p:spPr bwMode="gray">
            <a:xfrm>
              <a:off x="9012416" y="476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6" name="Freihandform: Form 195">
              <a:extLst>
                <a:ext uri="{FF2B5EF4-FFF2-40B4-BE49-F238E27FC236}">
                  <a16:creationId xmlns:a16="http://schemas.microsoft.com/office/drawing/2014/main" id="{039FF7F2-5092-F88C-7489-424B146AFAA2}"/>
                </a:ext>
              </a:extLst>
            </p:cNvPr>
            <p:cNvSpPr/>
            <p:nvPr/>
          </p:nvSpPr>
          <p:spPr bwMode="gray">
            <a:xfrm>
              <a:off x="9012416" y="480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Freihandform: Form 196">
              <a:extLst>
                <a:ext uri="{FF2B5EF4-FFF2-40B4-BE49-F238E27FC236}">
                  <a16:creationId xmlns:a16="http://schemas.microsoft.com/office/drawing/2014/main" id="{1B2A0F6B-15F8-5287-777F-DF30391F7F3C}"/>
                </a:ext>
              </a:extLst>
            </p:cNvPr>
            <p:cNvSpPr/>
            <p:nvPr/>
          </p:nvSpPr>
          <p:spPr bwMode="gray">
            <a:xfrm>
              <a:off x="9012416" y="485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8" name="Freihandform: Form 197">
              <a:extLst>
                <a:ext uri="{FF2B5EF4-FFF2-40B4-BE49-F238E27FC236}">
                  <a16:creationId xmlns:a16="http://schemas.microsoft.com/office/drawing/2014/main" id="{796EF855-7EA0-530B-9AC7-C209B27D4592}"/>
                </a:ext>
              </a:extLst>
            </p:cNvPr>
            <p:cNvSpPr/>
            <p:nvPr/>
          </p:nvSpPr>
          <p:spPr bwMode="gray">
            <a:xfrm>
              <a:off x="9012416" y="471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99" name="Graphic 8" descr="Compass outline">
            <a:extLst>
              <a:ext uri="{FF2B5EF4-FFF2-40B4-BE49-F238E27FC236}">
                <a16:creationId xmlns:a16="http://schemas.microsoft.com/office/drawing/2014/main" id="{F89E70EE-51F5-F766-55D1-7878137527D4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629894" y="5337184"/>
            <a:ext cx="504000" cy="504000"/>
            <a:chOff x="1691504" y="1688775"/>
            <a:chExt cx="456000" cy="456000"/>
          </a:xfrm>
          <a:solidFill>
            <a:schemeClr val="bg1"/>
          </a:solidFill>
        </p:grpSpPr>
        <p:sp>
          <p:nvSpPr>
            <p:cNvPr id="100" name="Freihandform: Form 199">
              <a:extLst>
                <a:ext uri="{FF2B5EF4-FFF2-40B4-BE49-F238E27FC236}">
                  <a16:creationId xmlns:a16="http://schemas.microsoft.com/office/drawing/2014/main" id="{EBF0F10E-49C3-B005-27E6-B938B7E67B2D}"/>
                </a:ext>
              </a:extLst>
            </p:cNvPr>
            <p:cNvSpPr/>
            <p:nvPr/>
          </p:nvSpPr>
          <p:spPr bwMode="gray">
            <a:xfrm>
              <a:off x="1691504" y="1688775"/>
              <a:ext cx="456000" cy="456000"/>
            </a:xfrm>
            <a:custGeom>
              <a:avLst/>
              <a:gdLst>
                <a:gd name="connsiteX0" fmla="*/ 228000 w 456000"/>
                <a:gd name="connsiteY0" fmla="*/ 12000 h 456000"/>
                <a:gd name="connsiteX1" fmla="*/ 444000 w 456000"/>
                <a:gd name="connsiteY1" fmla="*/ 228000 h 456000"/>
                <a:gd name="connsiteX2" fmla="*/ 228000 w 456000"/>
                <a:gd name="connsiteY2" fmla="*/ 444000 h 456000"/>
                <a:gd name="connsiteX3" fmla="*/ 12000 w 456000"/>
                <a:gd name="connsiteY3" fmla="*/ 228000 h 456000"/>
                <a:gd name="connsiteX4" fmla="*/ 228000 w 456000"/>
                <a:gd name="connsiteY4" fmla="*/ 12000 h 456000"/>
                <a:gd name="connsiteX5" fmla="*/ 228000 w 456000"/>
                <a:gd name="connsiteY5" fmla="*/ 0 h 456000"/>
                <a:gd name="connsiteX6" fmla="*/ 0 w 456000"/>
                <a:gd name="connsiteY6" fmla="*/ 228000 h 456000"/>
                <a:gd name="connsiteX7" fmla="*/ 228000 w 456000"/>
                <a:gd name="connsiteY7" fmla="*/ 456000 h 456000"/>
                <a:gd name="connsiteX8" fmla="*/ 456000 w 456000"/>
                <a:gd name="connsiteY8" fmla="*/ 228000 h 456000"/>
                <a:gd name="connsiteX9" fmla="*/ 228204 w 456000"/>
                <a:gd name="connsiteY9" fmla="*/ 0 h 456000"/>
                <a:gd name="connsiteX10" fmla="*/ 228000 w 456000"/>
                <a:gd name="connsiteY10" fmla="*/ 0 h 45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6000" h="456000">
                  <a:moveTo>
                    <a:pt x="228000" y="12000"/>
                  </a:moveTo>
                  <a:cubicBezTo>
                    <a:pt x="347293" y="12000"/>
                    <a:pt x="444000" y="108706"/>
                    <a:pt x="444000" y="228000"/>
                  </a:cubicBezTo>
                  <a:cubicBezTo>
                    <a:pt x="444000" y="347293"/>
                    <a:pt x="347293" y="444000"/>
                    <a:pt x="228000" y="444000"/>
                  </a:cubicBezTo>
                  <a:cubicBezTo>
                    <a:pt x="108706" y="444000"/>
                    <a:pt x="12000" y="347293"/>
                    <a:pt x="12000" y="228000"/>
                  </a:cubicBezTo>
                  <a:cubicBezTo>
                    <a:pt x="12136" y="108763"/>
                    <a:pt x="108763" y="12136"/>
                    <a:pt x="228000" y="12000"/>
                  </a:cubicBezTo>
                  <a:moveTo>
                    <a:pt x="228000" y="0"/>
                  </a:moveTo>
                  <a:cubicBezTo>
                    <a:pt x="102079" y="0"/>
                    <a:pt x="0" y="102079"/>
                    <a:pt x="0" y="228000"/>
                  </a:cubicBezTo>
                  <a:cubicBezTo>
                    <a:pt x="0" y="353921"/>
                    <a:pt x="102079" y="456000"/>
                    <a:pt x="228000" y="456000"/>
                  </a:cubicBezTo>
                  <a:cubicBezTo>
                    <a:pt x="353921" y="456000"/>
                    <a:pt x="456000" y="353921"/>
                    <a:pt x="456000" y="228000"/>
                  </a:cubicBezTo>
                  <a:cubicBezTo>
                    <a:pt x="456056" y="102136"/>
                    <a:pt x="354068" y="56"/>
                    <a:pt x="228204" y="0"/>
                  </a:cubicBezTo>
                  <a:cubicBezTo>
                    <a:pt x="228136" y="0"/>
                    <a:pt x="228068" y="0"/>
                    <a:pt x="228000" y="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1" name="Freihandform: Form 200">
              <a:extLst>
                <a:ext uri="{FF2B5EF4-FFF2-40B4-BE49-F238E27FC236}">
                  <a16:creationId xmlns:a16="http://schemas.microsoft.com/office/drawing/2014/main" id="{CDA51F45-4C2E-FE07-1BB5-C87794018CCF}"/>
                </a:ext>
              </a:extLst>
            </p:cNvPr>
            <p:cNvSpPr/>
            <p:nvPr/>
          </p:nvSpPr>
          <p:spPr bwMode="gray">
            <a:xfrm>
              <a:off x="1727504" y="1724775"/>
              <a:ext cx="384000" cy="384000"/>
            </a:xfrm>
            <a:custGeom>
              <a:avLst/>
              <a:gdLst>
                <a:gd name="connsiteX0" fmla="*/ 192000 w 384000"/>
                <a:gd name="connsiteY0" fmla="*/ 12000 h 384000"/>
                <a:gd name="connsiteX1" fmla="*/ 372000 w 384000"/>
                <a:gd name="connsiteY1" fmla="*/ 192000 h 384000"/>
                <a:gd name="connsiteX2" fmla="*/ 192000 w 384000"/>
                <a:gd name="connsiteY2" fmla="*/ 372000 h 384000"/>
                <a:gd name="connsiteX3" fmla="*/ 12000 w 384000"/>
                <a:gd name="connsiteY3" fmla="*/ 192000 h 384000"/>
                <a:gd name="connsiteX4" fmla="*/ 192000 w 384000"/>
                <a:gd name="connsiteY4" fmla="*/ 12000 h 384000"/>
                <a:gd name="connsiteX5" fmla="*/ 192000 w 384000"/>
                <a:gd name="connsiteY5" fmla="*/ 0 h 384000"/>
                <a:gd name="connsiteX6" fmla="*/ 0 w 384000"/>
                <a:gd name="connsiteY6" fmla="*/ 192000 h 384000"/>
                <a:gd name="connsiteX7" fmla="*/ 192000 w 384000"/>
                <a:gd name="connsiteY7" fmla="*/ 384000 h 384000"/>
                <a:gd name="connsiteX8" fmla="*/ 384000 w 384000"/>
                <a:gd name="connsiteY8" fmla="*/ 192000 h 384000"/>
                <a:gd name="connsiteX9" fmla="*/ 192000 w 384000"/>
                <a:gd name="connsiteY9" fmla="*/ 0 h 38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4000" h="384000">
                  <a:moveTo>
                    <a:pt x="192000" y="12000"/>
                  </a:moveTo>
                  <a:cubicBezTo>
                    <a:pt x="291411" y="12000"/>
                    <a:pt x="372000" y="92589"/>
                    <a:pt x="372000" y="192000"/>
                  </a:cubicBezTo>
                  <a:cubicBezTo>
                    <a:pt x="372000" y="291411"/>
                    <a:pt x="291411" y="372000"/>
                    <a:pt x="192000" y="372000"/>
                  </a:cubicBezTo>
                  <a:cubicBezTo>
                    <a:pt x="92589" y="372000"/>
                    <a:pt x="12000" y="291411"/>
                    <a:pt x="12000" y="192000"/>
                  </a:cubicBezTo>
                  <a:cubicBezTo>
                    <a:pt x="12112" y="92635"/>
                    <a:pt x="92635" y="12112"/>
                    <a:pt x="192000" y="12000"/>
                  </a:cubicBezTo>
                  <a:moveTo>
                    <a:pt x="192000" y="0"/>
                  </a:moveTo>
                  <a:cubicBezTo>
                    <a:pt x="85961" y="0"/>
                    <a:pt x="0" y="85961"/>
                    <a:pt x="0" y="192000"/>
                  </a:cubicBezTo>
                  <a:cubicBezTo>
                    <a:pt x="0" y="298039"/>
                    <a:pt x="85961" y="384000"/>
                    <a:pt x="192000" y="384000"/>
                  </a:cubicBezTo>
                  <a:cubicBezTo>
                    <a:pt x="298039" y="384000"/>
                    <a:pt x="384000" y="298039"/>
                    <a:pt x="384000" y="192000"/>
                  </a:cubicBezTo>
                  <a:cubicBezTo>
                    <a:pt x="383881" y="86011"/>
                    <a:pt x="297989" y="119"/>
                    <a:pt x="192000" y="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2" name="Freihandform: Form 201">
              <a:extLst>
                <a:ext uri="{FF2B5EF4-FFF2-40B4-BE49-F238E27FC236}">
                  <a16:creationId xmlns:a16="http://schemas.microsoft.com/office/drawing/2014/main" id="{50333D73-DD3F-3DE9-7B68-A896648D6338}"/>
                </a:ext>
              </a:extLst>
            </p:cNvPr>
            <p:cNvSpPr/>
            <p:nvPr/>
          </p:nvSpPr>
          <p:spPr bwMode="gray">
            <a:xfrm>
              <a:off x="1825904" y="1824374"/>
              <a:ext cx="186000" cy="186000"/>
            </a:xfrm>
            <a:custGeom>
              <a:avLst/>
              <a:gdLst>
                <a:gd name="connsiteX0" fmla="*/ 122796 w 186000"/>
                <a:gd name="connsiteY0" fmla="*/ 122802 h 186000"/>
                <a:gd name="connsiteX1" fmla="*/ 22062 w 186000"/>
                <a:gd name="connsiteY1" fmla="*/ 164010 h 186000"/>
                <a:gd name="connsiteX2" fmla="*/ 63204 w 186000"/>
                <a:gd name="connsiteY2" fmla="*/ 64362 h 186000"/>
                <a:gd name="connsiteX3" fmla="*/ 163938 w 186000"/>
                <a:gd name="connsiteY3" fmla="*/ 22230 h 186000"/>
                <a:gd name="connsiteX4" fmla="*/ 54000 w 186000"/>
                <a:gd name="connsiteY4" fmla="*/ 55200 h 186000"/>
                <a:gd name="connsiteX5" fmla="*/ 0 w 186000"/>
                <a:gd name="connsiteY5" fmla="*/ 186000 h 186000"/>
                <a:gd name="connsiteX6" fmla="*/ 132000 w 186000"/>
                <a:gd name="connsiteY6" fmla="*/ 132000 h 186000"/>
                <a:gd name="connsiteX7" fmla="*/ 186000 w 186000"/>
                <a:gd name="connsiteY7" fmla="*/ 0 h 1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6000" h="186000">
                  <a:moveTo>
                    <a:pt x="122796" y="122802"/>
                  </a:moveTo>
                  <a:lnTo>
                    <a:pt x="22062" y="164010"/>
                  </a:lnTo>
                  <a:lnTo>
                    <a:pt x="63204" y="64362"/>
                  </a:lnTo>
                  <a:lnTo>
                    <a:pt x="163938" y="22230"/>
                  </a:lnTo>
                  <a:close/>
                  <a:moveTo>
                    <a:pt x="54000" y="55200"/>
                  </a:moveTo>
                  <a:lnTo>
                    <a:pt x="0" y="186000"/>
                  </a:lnTo>
                  <a:lnTo>
                    <a:pt x="132000" y="132000"/>
                  </a:lnTo>
                  <a:lnTo>
                    <a:pt x="18600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3" name="Freihandform: Form 202">
              <a:extLst>
                <a:ext uri="{FF2B5EF4-FFF2-40B4-BE49-F238E27FC236}">
                  <a16:creationId xmlns:a16="http://schemas.microsoft.com/office/drawing/2014/main" id="{14464399-BE9A-9C7E-D8DA-B7AA4BA13B21}"/>
                </a:ext>
              </a:extLst>
            </p:cNvPr>
            <p:cNvSpPr/>
            <p:nvPr/>
          </p:nvSpPr>
          <p:spPr bwMode="gray">
            <a:xfrm>
              <a:off x="1907504" y="1904775"/>
              <a:ext cx="24000" cy="24000"/>
            </a:xfrm>
            <a:custGeom>
              <a:avLst/>
              <a:gdLst>
                <a:gd name="connsiteX0" fmla="*/ 24000 w 24000"/>
                <a:gd name="connsiteY0" fmla="*/ 12000 h 24000"/>
                <a:gd name="connsiteX1" fmla="*/ 12000 w 24000"/>
                <a:gd name="connsiteY1" fmla="*/ 24000 h 24000"/>
                <a:gd name="connsiteX2" fmla="*/ 0 w 24000"/>
                <a:gd name="connsiteY2" fmla="*/ 12000 h 24000"/>
                <a:gd name="connsiteX3" fmla="*/ 12000 w 24000"/>
                <a:gd name="connsiteY3" fmla="*/ 0 h 24000"/>
                <a:gd name="connsiteX4" fmla="*/ 24000 w 24000"/>
                <a:gd name="connsiteY4" fmla="*/ 12000 h 2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0" h="24000">
                  <a:moveTo>
                    <a:pt x="24000" y="12000"/>
                  </a:moveTo>
                  <a:cubicBezTo>
                    <a:pt x="24000" y="18627"/>
                    <a:pt x="18627" y="24000"/>
                    <a:pt x="12000" y="24000"/>
                  </a:cubicBezTo>
                  <a:cubicBezTo>
                    <a:pt x="5373" y="24000"/>
                    <a:pt x="0" y="18627"/>
                    <a:pt x="0" y="12000"/>
                  </a:cubicBezTo>
                  <a:cubicBezTo>
                    <a:pt x="0" y="5373"/>
                    <a:pt x="5373" y="0"/>
                    <a:pt x="12000" y="0"/>
                  </a:cubicBezTo>
                  <a:cubicBezTo>
                    <a:pt x="18627" y="0"/>
                    <a:pt x="24000" y="5373"/>
                    <a:pt x="24000" y="1200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4" name="Graphic 10" descr="Shield Tick outline">
            <a:extLst>
              <a:ext uri="{FF2B5EF4-FFF2-40B4-BE49-F238E27FC236}">
                <a16:creationId xmlns:a16="http://schemas.microsoft.com/office/drawing/2014/main" id="{F87B7E86-608C-826E-3D70-B57847C41A45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671186" y="4185056"/>
            <a:ext cx="421416" cy="504000"/>
            <a:chOff x="3610170" y="1670764"/>
            <a:chExt cx="407779" cy="487691"/>
          </a:xfrm>
          <a:solidFill>
            <a:schemeClr val="bg1"/>
          </a:solidFill>
        </p:grpSpPr>
        <p:sp>
          <p:nvSpPr>
            <p:cNvPr id="105" name="Freihandform: Form 204">
              <a:extLst>
                <a:ext uri="{FF2B5EF4-FFF2-40B4-BE49-F238E27FC236}">
                  <a16:creationId xmlns:a16="http://schemas.microsoft.com/office/drawing/2014/main" id="{2FE5FF2C-01DB-8A24-A416-7DA8FE16AAFB}"/>
                </a:ext>
              </a:extLst>
            </p:cNvPr>
            <p:cNvSpPr/>
            <p:nvPr/>
          </p:nvSpPr>
          <p:spPr bwMode="gray">
            <a:xfrm>
              <a:off x="3733092" y="1852532"/>
              <a:ext cx="167796" cy="114690"/>
            </a:xfrm>
            <a:custGeom>
              <a:avLst/>
              <a:gdLst>
                <a:gd name="connsiteX0" fmla="*/ 8484 w 167796"/>
                <a:gd name="connsiteY0" fmla="*/ 44610 h 114690"/>
                <a:gd name="connsiteX1" fmla="*/ 0 w 167796"/>
                <a:gd name="connsiteY1" fmla="*/ 53094 h 114690"/>
                <a:gd name="connsiteX2" fmla="*/ 61590 w 167796"/>
                <a:gd name="connsiteY2" fmla="*/ 114690 h 114690"/>
                <a:gd name="connsiteX3" fmla="*/ 167796 w 167796"/>
                <a:gd name="connsiteY3" fmla="*/ 8484 h 114690"/>
                <a:gd name="connsiteX4" fmla="*/ 159312 w 167796"/>
                <a:gd name="connsiteY4" fmla="*/ 0 h 114690"/>
                <a:gd name="connsiteX5" fmla="*/ 61590 w 167796"/>
                <a:gd name="connsiteY5" fmla="*/ 97722 h 114690"/>
                <a:gd name="connsiteX6" fmla="*/ 8484 w 167796"/>
                <a:gd name="connsiteY6" fmla="*/ 44610 h 11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796" h="114690">
                  <a:moveTo>
                    <a:pt x="8484" y="44610"/>
                  </a:moveTo>
                  <a:lnTo>
                    <a:pt x="0" y="53094"/>
                  </a:lnTo>
                  <a:lnTo>
                    <a:pt x="61590" y="114690"/>
                  </a:lnTo>
                  <a:lnTo>
                    <a:pt x="167796" y="8484"/>
                  </a:lnTo>
                  <a:lnTo>
                    <a:pt x="159312" y="0"/>
                  </a:lnTo>
                  <a:lnTo>
                    <a:pt x="61590" y="97722"/>
                  </a:lnTo>
                  <a:lnTo>
                    <a:pt x="8484" y="4461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6" name="Freihandform: Form 205">
              <a:extLst>
                <a:ext uri="{FF2B5EF4-FFF2-40B4-BE49-F238E27FC236}">
                  <a16:creationId xmlns:a16="http://schemas.microsoft.com/office/drawing/2014/main" id="{8DFA15DC-96E7-7FB0-793E-DD40708749E8}"/>
                </a:ext>
              </a:extLst>
            </p:cNvPr>
            <p:cNvSpPr/>
            <p:nvPr/>
          </p:nvSpPr>
          <p:spPr bwMode="gray">
            <a:xfrm>
              <a:off x="3610170" y="1670764"/>
              <a:ext cx="407779" cy="487691"/>
            </a:xfrm>
            <a:custGeom>
              <a:avLst/>
              <a:gdLst>
                <a:gd name="connsiteX0" fmla="*/ 387013 w 407779"/>
                <a:gd name="connsiteY0" fmla="*/ 89411 h 487691"/>
                <a:gd name="connsiteX1" fmla="*/ 220939 w 407779"/>
                <a:gd name="connsiteY1" fmla="*/ 7811 h 487691"/>
                <a:gd name="connsiteX2" fmla="*/ 189198 w 407779"/>
                <a:gd name="connsiteY2" fmla="*/ 5460 h 487691"/>
                <a:gd name="connsiteX3" fmla="*/ 186847 w 407779"/>
                <a:gd name="connsiteY3" fmla="*/ 7811 h 487691"/>
                <a:gd name="connsiteX4" fmla="*/ 20767 w 407779"/>
                <a:gd name="connsiteY4" fmla="*/ 89333 h 487691"/>
                <a:gd name="connsiteX5" fmla="*/ 1 w 407779"/>
                <a:gd name="connsiteY5" fmla="*/ 112391 h 487691"/>
                <a:gd name="connsiteX6" fmla="*/ 1 w 407779"/>
                <a:gd name="connsiteY6" fmla="*/ 170489 h 487691"/>
                <a:gd name="connsiteX7" fmla="*/ 191347 w 407779"/>
                <a:gd name="connsiteY7" fmla="*/ 483989 h 487691"/>
                <a:gd name="connsiteX8" fmla="*/ 216433 w 407779"/>
                <a:gd name="connsiteY8" fmla="*/ 483989 h 487691"/>
                <a:gd name="connsiteX9" fmla="*/ 407779 w 407779"/>
                <a:gd name="connsiteY9" fmla="*/ 170549 h 487691"/>
                <a:gd name="connsiteX10" fmla="*/ 407779 w 407779"/>
                <a:gd name="connsiteY10" fmla="*/ 112463 h 487691"/>
                <a:gd name="connsiteX11" fmla="*/ 387013 w 407779"/>
                <a:gd name="connsiteY11" fmla="*/ 89411 h 487691"/>
                <a:gd name="connsiteX12" fmla="*/ 395779 w 407779"/>
                <a:gd name="connsiteY12" fmla="*/ 170567 h 487691"/>
                <a:gd name="connsiteX13" fmla="*/ 209947 w 407779"/>
                <a:gd name="connsiteY13" fmla="*/ 473909 h 487691"/>
                <a:gd name="connsiteX14" fmla="*/ 197839 w 407779"/>
                <a:gd name="connsiteY14" fmla="*/ 473909 h 487691"/>
                <a:gd name="connsiteX15" fmla="*/ 12001 w 407779"/>
                <a:gd name="connsiteY15" fmla="*/ 170501 h 487691"/>
                <a:gd name="connsiteX16" fmla="*/ 12001 w 407779"/>
                <a:gd name="connsiteY16" fmla="*/ 112403 h 487691"/>
                <a:gd name="connsiteX17" fmla="*/ 21733 w 407779"/>
                <a:gd name="connsiteY17" fmla="*/ 101303 h 487691"/>
                <a:gd name="connsiteX18" fmla="*/ 195733 w 407779"/>
                <a:gd name="connsiteY18" fmla="*/ 15899 h 487691"/>
                <a:gd name="connsiteX19" fmla="*/ 203869 w 407779"/>
                <a:gd name="connsiteY19" fmla="*/ 12011 h 487691"/>
                <a:gd name="connsiteX20" fmla="*/ 212065 w 407779"/>
                <a:gd name="connsiteY20" fmla="*/ 15899 h 487691"/>
                <a:gd name="connsiteX21" fmla="*/ 386065 w 407779"/>
                <a:gd name="connsiteY21" fmla="*/ 101363 h 487691"/>
                <a:gd name="connsiteX22" fmla="*/ 395803 w 407779"/>
                <a:gd name="connsiteY22" fmla="*/ 112463 h 487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7779" h="487691">
                  <a:moveTo>
                    <a:pt x="387013" y="89411"/>
                  </a:moveTo>
                  <a:cubicBezTo>
                    <a:pt x="323308" y="84261"/>
                    <a:pt x="263943" y="55092"/>
                    <a:pt x="220939" y="7811"/>
                  </a:cubicBezTo>
                  <a:cubicBezTo>
                    <a:pt x="212823" y="-1603"/>
                    <a:pt x="198612" y="-2656"/>
                    <a:pt x="189198" y="5460"/>
                  </a:cubicBezTo>
                  <a:cubicBezTo>
                    <a:pt x="188357" y="6185"/>
                    <a:pt x="187571" y="6971"/>
                    <a:pt x="186847" y="7811"/>
                  </a:cubicBezTo>
                  <a:cubicBezTo>
                    <a:pt x="143848" y="55089"/>
                    <a:pt x="84471" y="84235"/>
                    <a:pt x="20767" y="89333"/>
                  </a:cubicBezTo>
                  <a:cubicBezTo>
                    <a:pt x="8916" y="90477"/>
                    <a:pt x="-98" y="100485"/>
                    <a:pt x="1" y="112391"/>
                  </a:cubicBezTo>
                  <a:lnTo>
                    <a:pt x="1" y="170489"/>
                  </a:lnTo>
                  <a:cubicBezTo>
                    <a:pt x="1" y="296867"/>
                    <a:pt x="80131" y="412463"/>
                    <a:pt x="191347" y="483989"/>
                  </a:cubicBezTo>
                  <a:cubicBezTo>
                    <a:pt x="198981" y="488925"/>
                    <a:pt x="208799" y="488925"/>
                    <a:pt x="216433" y="483989"/>
                  </a:cubicBezTo>
                  <a:cubicBezTo>
                    <a:pt x="327655" y="412463"/>
                    <a:pt x="407779" y="296927"/>
                    <a:pt x="407779" y="170549"/>
                  </a:cubicBezTo>
                  <a:lnTo>
                    <a:pt x="407779" y="112463"/>
                  </a:lnTo>
                  <a:cubicBezTo>
                    <a:pt x="407895" y="100552"/>
                    <a:pt x="398871" y="90535"/>
                    <a:pt x="387013" y="89411"/>
                  </a:cubicBezTo>
                  <a:close/>
                  <a:moveTo>
                    <a:pt x="395779" y="170567"/>
                  </a:moveTo>
                  <a:cubicBezTo>
                    <a:pt x="395779" y="285677"/>
                    <a:pt x="326311" y="399077"/>
                    <a:pt x="209947" y="473909"/>
                  </a:cubicBezTo>
                  <a:cubicBezTo>
                    <a:pt x="206266" y="476305"/>
                    <a:pt x="201519" y="476305"/>
                    <a:pt x="197839" y="473909"/>
                  </a:cubicBezTo>
                  <a:cubicBezTo>
                    <a:pt x="81475" y="399071"/>
                    <a:pt x="12001" y="285647"/>
                    <a:pt x="12001" y="170501"/>
                  </a:cubicBezTo>
                  <a:lnTo>
                    <a:pt x="12001" y="112403"/>
                  </a:lnTo>
                  <a:cubicBezTo>
                    <a:pt x="11894" y="106746"/>
                    <a:pt x="16110" y="101937"/>
                    <a:pt x="21733" y="101303"/>
                  </a:cubicBezTo>
                  <a:cubicBezTo>
                    <a:pt x="88488" y="96018"/>
                    <a:pt x="150716" y="65475"/>
                    <a:pt x="195733" y="15899"/>
                  </a:cubicBezTo>
                  <a:cubicBezTo>
                    <a:pt x="197770" y="13508"/>
                    <a:pt x="200728" y="12094"/>
                    <a:pt x="203869" y="12011"/>
                  </a:cubicBezTo>
                  <a:cubicBezTo>
                    <a:pt x="207027" y="12094"/>
                    <a:pt x="210003" y="13506"/>
                    <a:pt x="212065" y="15899"/>
                  </a:cubicBezTo>
                  <a:cubicBezTo>
                    <a:pt x="257091" y="65470"/>
                    <a:pt x="319309" y="96030"/>
                    <a:pt x="386065" y="101363"/>
                  </a:cubicBezTo>
                  <a:cubicBezTo>
                    <a:pt x="391690" y="101994"/>
                    <a:pt x="395910" y="106804"/>
                    <a:pt x="395803" y="112463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Freihandform: Form 206">
              <a:extLst>
                <a:ext uri="{FF2B5EF4-FFF2-40B4-BE49-F238E27FC236}">
                  <a16:creationId xmlns:a16="http://schemas.microsoft.com/office/drawing/2014/main" id="{A8342C80-199D-B3C3-9AC8-EF8D06142C1C}"/>
                </a:ext>
              </a:extLst>
            </p:cNvPr>
            <p:cNvSpPr/>
            <p:nvPr/>
          </p:nvSpPr>
          <p:spPr bwMode="gray">
            <a:xfrm>
              <a:off x="3658171" y="1729490"/>
              <a:ext cx="311777" cy="375954"/>
            </a:xfrm>
            <a:custGeom>
              <a:avLst/>
              <a:gdLst>
                <a:gd name="connsiteX0" fmla="*/ 0 w 311777"/>
                <a:gd name="connsiteY0" fmla="*/ 75684 h 375954"/>
                <a:gd name="connsiteX1" fmla="*/ 0 w 311777"/>
                <a:gd name="connsiteY1" fmla="*/ 111792 h 375954"/>
                <a:gd name="connsiteX2" fmla="*/ 155892 w 311777"/>
                <a:gd name="connsiteY2" fmla="*/ 375954 h 375954"/>
                <a:gd name="connsiteX3" fmla="*/ 311778 w 311777"/>
                <a:gd name="connsiteY3" fmla="*/ 111834 h 375954"/>
                <a:gd name="connsiteX4" fmla="*/ 311778 w 311777"/>
                <a:gd name="connsiteY4" fmla="*/ 75684 h 375954"/>
                <a:gd name="connsiteX5" fmla="*/ 155886 w 311777"/>
                <a:gd name="connsiteY5" fmla="*/ 0 h 375954"/>
                <a:gd name="connsiteX6" fmla="*/ 0 w 311777"/>
                <a:gd name="connsiteY6" fmla="*/ 75684 h 375954"/>
                <a:gd name="connsiteX7" fmla="*/ 299778 w 311777"/>
                <a:gd name="connsiteY7" fmla="*/ 111852 h 375954"/>
                <a:gd name="connsiteX8" fmla="*/ 155892 w 311777"/>
                <a:gd name="connsiteY8" fmla="*/ 361242 h 375954"/>
                <a:gd name="connsiteX9" fmla="*/ 12000 w 311777"/>
                <a:gd name="connsiteY9" fmla="*/ 111774 h 375954"/>
                <a:gd name="connsiteX10" fmla="*/ 12000 w 311777"/>
                <a:gd name="connsiteY10" fmla="*/ 85734 h 375954"/>
                <a:gd name="connsiteX11" fmla="*/ 155880 w 311777"/>
                <a:gd name="connsiteY11" fmla="*/ 16080 h 375954"/>
                <a:gd name="connsiteX12" fmla="*/ 299778 w 311777"/>
                <a:gd name="connsiteY12" fmla="*/ 85770 h 375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1777" h="375954">
                  <a:moveTo>
                    <a:pt x="0" y="75684"/>
                  </a:moveTo>
                  <a:lnTo>
                    <a:pt x="0" y="111792"/>
                  </a:lnTo>
                  <a:cubicBezTo>
                    <a:pt x="0" y="210222"/>
                    <a:pt x="57978" y="307992"/>
                    <a:pt x="155892" y="375954"/>
                  </a:cubicBezTo>
                  <a:cubicBezTo>
                    <a:pt x="253800" y="307956"/>
                    <a:pt x="311778" y="210222"/>
                    <a:pt x="311778" y="111834"/>
                  </a:cubicBezTo>
                  <a:lnTo>
                    <a:pt x="311778" y="75684"/>
                  </a:lnTo>
                  <a:cubicBezTo>
                    <a:pt x="253478" y="66409"/>
                    <a:pt x="199233" y="40073"/>
                    <a:pt x="155886" y="0"/>
                  </a:cubicBezTo>
                  <a:cubicBezTo>
                    <a:pt x="112550" y="40087"/>
                    <a:pt x="58303" y="66424"/>
                    <a:pt x="0" y="75684"/>
                  </a:cubicBezTo>
                  <a:close/>
                  <a:moveTo>
                    <a:pt x="299778" y="111852"/>
                  </a:moveTo>
                  <a:cubicBezTo>
                    <a:pt x="299778" y="203232"/>
                    <a:pt x="246150" y="295926"/>
                    <a:pt x="155892" y="361242"/>
                  </a:cubicBezTo>
                  <a:cubicBezTo>
                    <a:pt x="65634" y="295884"/>
                    <a:pt x="12000" y="203196"/>
                    <a:pt x="12000" y="111774"/>
                  </a:cubicBezTo>
                  <a:lnTo>
                    <a:pt x="12000" y="85734"/>
                  </a:lnTo>
                  <a:cubicBezTo>
                    <a:pt x="65227" y="75500"/>
                    <a:pt x="114838" y="51482"/>
                    <a:pt x="155880" y="16080"/>
                  </a:cubicBezTo>
                  <a:cubicBezTo>
                    <a:pt x="196931" y="51486"/>
                    <a:pt x="246546" y="75515"/>
                    <a:pt x="299778" y="8577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8" name="Gruppieren 207">
            <a:extLst>
              <a:ext uri="{FF2B5EF4-FFF2-40B4-BE49-F238E27FC236}">
                <a16:creationId xmlns:a16="http://schemas.microsoft.com/office/drawing/2014/main" id="{9D9E806E-844F-1364-0073-98C7E063D37B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657142" y="1880775"/>
            <a:ext cx="449505" cy="504000"/>
            <a:chOff x="5780969" y="3086100"/>
            <a:chExt cx="629360" cy="705661"/>
          </a:xfrm>
          <a:solidFill>
            <a:schemeClr val="bg1"/>
          </a:solidFill>
        </p:grpSpPr>
        <p:sp>
          <p:nvSpPr>
            <p:cNvPr id="109" name="Freihandform: Form 208">
              <a:extLst>
                <a:ext uri="{FF2B5EF4-FFF2-40B4-BE49-F238E27FC236}">
                  <a16:creationId xmlns:a16="http://schemas.microsoft.com/office/drawing/2014/main" id="{27EADB79-656C-6C14-9DF8-C28EAE615279}"/>
                </a:ext>
              </a:extLst>
            </p:cNvPr>
            <p:cNvSpPr/>
            <p:nvPr/>
          </p:nvSpPr>
          <p:spPr bwMode="gray">
            <a:xfrm>
              <a:off x="5780969" y="3086100"/>
              <a:ext cx="629360" cy="705661"/>
            </a:xfrm>
            <a:custGeom>
              <a:avLst/>
              <a:gdLst>
                <a:gd name="connsiteX0" fmla="*/ 519399 w 629360"/>
                <a:gd name="connsiteY0" fmla="*/ 152000 h 705661"/>
                <a:gd name="connsiteX1" fmla="*/ 559889 w 629360"/>
                <a:gd name="connsiteY1" fmla="*/ 111509 h 705661"/>
                <a:gd name="connsiteX2" fmla="*/ 559655 w 629360"/>
                <a:gd name="connsiteY2" fmla="*/ 98041 h 705661"/>
                <a:gd name="connsiteX3" fmla="*/ 546421 w 629360"/>
                <a:gd name="connsiteY3" fmla="*/ 98041 h 705661"/>
                <a:gd name="connsiteX4" fmla="*/ 504511 w 629360"/>
                <a:gd name="connsiteY4" fmla="*/ 139951 h 705661"/>
                <a:gd name="connsiteX5" fmla="*/ 324555 w 629360"/>
                <a:gd name="connsiteY5" fmla="*/ 76438 h 705661"/>
                <a:gd name="connsiteX6" fmla="*/ 324555 w 629360"/>
                <a:gd name="connsiteY6" fmla="*/ 19050 h 705661"/>
                <a:gd name="connsiteX7" fmla="*/ 419805 w 629360"/>
                <a:gd name="connsiteY7" fmla="*/ 19050 h 705661"/>
                <a:gd name="connsiteX8" fmla="*/ 419805 w 629360"/>
                <a:gd name="connsiteY8" fmla="*/ 0 h 705661"/>
                <a:gd name="connsiteX9" fmla="*/ 210255 w 629360"/>
                <a:gd name="connsiteY9" fmla="*/ 0 h 705661"/>
                <a:gd name="connsiteX10" fmla="*/ 210255 w 629360"/>
                <a:gd name="connsiteY10" fmla="*/ 19050 h 705661"/>
                <a:gd name="connsiteX11" fmla="*/ 305505 w 629360"/>
                <a:gd name="connsiteY11" fmla="*/ 19050 h 705661"/>
                <a:gd name="connsiteX12" fmla="*/ 305505 w 629360"/>
                <a:gd name="connsiteY12" fmla="*/ 76438 h 705661"/>
                <a:gd name="connsiteX13" fmla="*/ 136 w 629360"/>
                <a:gd name="connsiteY13" fmla="*/ 400157 h 705661"/>
                <a:gd name="connsiteX14" fmla="*/ 323855 w 629360"/>
                <a:gd name="connsiteY14" fmla="*/ 705525 h 705661"/>
                <a:gd name="connsiteX15" fmla="*/ 629224 w 629360"/>
                <a:gd name="connsiteY15" fmla="*/ 381807 h 705661"/>
                <a:gd name="connsiteX16" fmla="*/ 519399 w 629360"/>
                <a:gd name="connsiteY16" fmla="*/ 152000 h 705661"/>
                <a:gd name="connsiteX17" fmla="*/ 315030 w 629360"/>
                <a:gd name="connsiteY17" fmla="*/ 685800 h 705661"/>
                <a:gd name="connsiteX18" fmla="*/ 19755 w 629360"/>
                <a:gd name="connsiteY18" fmla="*/ 390525 h 705661"/>
                <a:gd name="connsiteX19" fmla="*/ 315030 w 629360"/>
                <a:gd name="connsiteY19" fmla="*/ 95250 h 705661"/>
                <a:gd name="connsiteX20" fmla="*/ 610305 w 629360"/>
                <a:gd name="connsiteY20" fmla="*/ 390525 h 705661"/>
                <a:gd name="connsiteX21" fmla="*/ 315030 w 629360"/>
                <a:gd name="connsiteY21" fmla="*/ 685800 h 705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29360" h="705661">
                  <a:moveTo>
                    <a:pt x="519399" y="152000"/>
                  </a:moveTo>
                  <a:lnTo>
                    <a:pt x="559889" y="111509"/>
                  </a:lnTo>
                  <a:cubicBezTo>
                    <a:pt x="563544" y="107725"/>
                    <a:pt x="563439" y="101696"/>
                    <a:pt x="559655" y="98041"/>
                  </a:cubicBezTo>
                  <a:cubicBezTo>
                    <a:pt x="555964" y="94476"/>
                    <a:pt x="550112" y="94476"/>
                    <a:pt x="546421" y="98041"/>
                  </a:cubicBezTo>
                  <a:lnTo>
                    <a:pt x="504511" y="139951"/>
                  </a:lnTo>
                  <a:cubicBezTo>
                    <a:pt x="452611" y="100542"/>
                    <a:pt x="389694" y="78336"/>
                    <a:pt x="324555" y="76438"/>
                  </a:cubicBezTo>
                  <a:lnTo>
                    <a:pt x="324555" y="19050"/>
                  </a:lnTo>
                  <a:lnTo>
                    <a:pt x="419805" y="19050"/>
                  </a:lnTo>
                  <a:lnTo>
                    <a:pt x="419805" y="0"/>
                  </a:lnTo>
                  <a:lnTo>
                    <a:pt x="210255" y="0"/>
                  </a:lnTo>
                  <a:lnTo>
                    <a:pt x="210255" y="19050"/>
                  </a:lnTo>
                  <a:lnTo>
                    <a:pt x="305505" y="19050"/>
                  </a:lnTo>
                  <a:lnTo>
                    <a:pt x="305505" y="76438"/>
                  </a:lnTo>
                  <a:cubicBezTo>
                    <a:pt x="131787" y="81505"/>
                    <a:pt x="-4931" y="226439"/>
                    <a:pt x="136" y="400157"/>
                  </a:cubicBezTo>
                  <a:cubicBezTo>
                    <a:pt x="5204" y="573875"/>
                    <a:pt x="150138" y="710593"/>
                    <a:pt x="323855" y="705525"/>
                  </a:cubicBezTo>
                  <a:cubicBezTo>
                    <a:pt x="497573" y="700458"/>
                    <a:pt x="634291" y="555525"/>
                    <a:pt x="629224" y="381807"/>
                  </a:cubicBezTo>
                  <a:cubicBezTo>
                    <a:pt x="626638" y="293150"/>
                    <a:pt x="586757" y="209701"/>
                    <a:pt x="519399" y="152000"/>
                  </a:cubicBezTo>
                  <a:close/>
                  <a:moveTo>
                    <a:pt x="315030" y="685800"/>
                  </a:moveTo>
                  <a:cubicBezTo>
                    <a:pt x="151954" y="685800"/>
                    <a:pt x="19755" y="553601"/>
                    <a:pt x="19755" y="390525"/>
                  </a:cubicBezTo>
                  <a:cubicBezTo>
                    <a:pt x="19755" y="227449"/>
                    <a:pt x="151954" y="95250"/>
                    <a:pt x="315030" y="95250"/>
                  </a:cubicBezTo>
                  <a:cubicBezTo>
                    <a:pt x="478106" y="95250"/>
                    <a:pt x="610305" y="227449"/>
                    <a:pt x="610305" y="390525"/>
                  </a:cubicBezTo>
                  <a:cubicBezTo>
                    <a:pt x="610117" y="553523"/>
                    <a:pt x="478028" y="685611"/>
                    <a:pt x="315030" y="68580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0" name="Freihandform: Form 209">
              <a:extLst>
                <a:ext uri="{FF2B5EF4-FFF2-40B4-BE49-F238E27FC236}">
                  <a16:creationId xmlns:a16="http://schemas.microsoft.com/office/drawing/2014/main" id="{51036E01-9BBB-25F5-154D-E6B8667A2522}"/>
                </a:ext>
              </a:extLst>
            </p:cNvPr>
            <p:cNvSpPr/>
            <p:nvPr/>
          </p:nvSpPr>
          <p:spPr bwMode="gray">
            <a:xfrm>
              <a:off x="6048365" y="3219450"/>
              <a:ext cx="95269" cy="295274"/>
            </a:xfrm>
            <a:custGeom>
              <a:avLst/>
              <a:gdLst>
                <a:gd name="connsiteX0" fmla="*/ 57160 w 95269"/>
                <a:gd name="connsiteY0" fmla="*/ 200977 h 295274"/>
                <a:gd name="connsiteX1" fmla="*/ 57160 w 95269"/>
                <a:gd name="connsiteY1" fmla="*/ 0 h 295274"/>
                <a:gd name="connsiteX2" fmla="*/ 38110 w 95269"/>
                <a:gd name="connsiteY2" fmla="*/ 0 h 295274"/>
                <a:gd name="connsiteX3" fmla="*/ 38110 w 95269"/>
                <a:gd name="connsiteY3" fmla="*/ 200977 h 295274"/>
                <a:gd name="connsiteX4" fmla="*/ 972 w 95269"/>
                <a:gd name="connsiteY4" fmla="*/ 257165 h 295274"/>
                <a:gd name="connsiteX5" fmla="*/ 57160 w 95269"/>
                <a:gd name="connsiteY5" fmla="*/ 294303 h 295274"/>
                <a:gd name="connsiteX6" fmla="*/ 94298 w 95269"/>
                <a:gd name="connsiteY6" fmla="*/ 238115 h 295274"/>
                <a:gd name="connsiteX7" fmla="*/ 57160 w 95269"/>
                <a:gd name="connsiteY7" fmla="*/ 200977 h 295274"/>
                <a:gd name="connsiteX8" fmla="*/ 47635 w 95269"/>
                <a:gd name="connsiteY8" fmla="*/ 276225 h 295274"/>
                <a:gd name="connsiteX9" fmla="*/ 19060 w 95269"/>
                <a:gd name="connsiteY9" fmla="*/ 247650 h 295274"/>
                <a:gd name="connsiteX10" fmla="*/ 47635 w 95269"/>
                <a:gd name="connsiteY10" fmla="*/ 219075 h 295274"/>
                <a:gd name="connsiteX11" fmla="*/ 76210 w 95269"/>
                <a:gd name="connsiteY11" fmla="*/ 247650 h 295274"/>
                <a:gd name="connsiteX12" fmla="*/ 47635 w 95269"/>
                <a:gd name="connsiteY12" fmla="*/ 276225 h 295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269" h="295274">
                  <a:moveTo>
                    <a:pt x="57160" y="200977"/>
                  </a:moveTo>
                  <a:lnTo>
                    <a:pt x="57160" y="0"/>
                  </a:lnTo>
                  <a:lnTo>
                    <a:pt x="38110" y="0"/>
                  </a:lnTo>
                  <a:lnTo>
                    <a:pt x="38110" y="200977"/>
                  </a:lnTo>
                  <a:cubicBezTo>
                    <a:pt x="12339" y="206238"/>
                    <a:pt x="-4289" y="231394"/>
                    <a:pt x="972" y="257165"/>
                  </a:cubicBezTo>
                  <a:cubicBezTo>
                    <a:pt x="6232" y="282936"/>
                    <a:pt x="31389" y="299563"/>
                    <a:pt x="57160" y="294303"/>
                  </a:cubicBezTo>
                  <a:cubicBezTo>
                    <a:pt x="82930" y="289043"/>
                    <a:pt x="99558" y="263886"/>
                    <a:pt x="94298" y="238115"/>
                  </a:cubicBezTo>
                  <a:cubicBezTo>
                    <a:pt x="90480" y="219412"/>
                    <a:pt x="75863" y="204795"/>
                    <a:pt x="57160" y="200977"/>
                  </a:cubicBezTo>
                  <a:close/>
                  <a:moveTo>
                    <a:pt x="47635" y="276225"/>
                  </a:moveTo>
                  <a:cubicBezTo>
                    <a:pt x="31853" y="276225"/>
                    <a:pt x="19060" y="263432"/>
                    <a:pt x="19060" y="247650"/>
                  </a:cubicBezTo>
                  <a:cubicBezTo>
                    <a:pt x="19060" y="231868"/>
                    <a:pt x="31853" y="219075"/>
                    <a:pt x="47635" y="219075"/>
                  </a:cubicBezTo>
                  <a:cubicBezTo>
                    <a:pt x="63417" y="219075"/>
                    <a:pt x="76210" y="231868"/>
                    <a:pt x="76210" y="247650"/>
                  </a:cubicBezTo>
                  <a:cubicBezTo>
                    <a:pt x="76210" y="263432"/>
                    <a:pt x="63417" y="276225"/>
                    <a:pt x="47635" y="276225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cxnSp>
        <p:nvCxnSpPr>
          <p:cNvPr id="111" name="Straight Connector 30" descr="thin line">
            <a:extLst>
              <a:ext uri="{FF2B5EF4-FFF2-40B4-BE49-F238E27FC236}">
                <a16:creationId xmlns:a16="http://schemas.microsoft.com/office/drawing/2014/main" id="{41CECDB7-0DEB-23A7-5D1C-5DE1EB1977C0}"/>
              </a:ext>
            </a:extLst>
          </p:cNvPr>
          <p:cNvCxnSpPr>
            <a:cxnSpLocks/>
          </p:cNvCxnSpPr>
          <p:nvPr/>
        </p:nvCxnSpPr>
        <p:spPr bwMode="gray">
          <a:xfrm>
            <a:off x="1703512" y="2708920"/>
            <a:ext cx="9864000" cy="0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tandard Text">
            <a:extLst>
              <a:ext uri="{FF2B5EF4-FFF2-40B4-BE49-F238E27FC236}">
                <a16:creationId xmlns:a16="http://schemas.microsoft.com/office/drawing/2014/main" id="{9A926294-F1F5-BCD9-ED84-8CBDDA052D2F}"/>
              </a:ext>
            </a:extLst>
          </p:cNvPr>
          <p:cNvSpPr txBox="1">
            <a:spLocks/>
          </p:cNvSpPr>
          <p:nvPr/>
        </p:nvSpPr>
        <p:spPr bwMode="gray">
          <a:xfrm>
            <a:off x="1702891" y="2780928"/>
            <a:ext cx="9865221" cy="1008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/>
              <a:t>External dependencies pace the calendar, not the price</a:t>
            </a:r>
          </a:p>
          <a:p>
            <a:r>
              <a:rPr lang="en-GB" sz="1400"/>
              <a:t>Risk: Entra tenant and sensor vendor lead times can stretch the 9–11 week timeline. Mitigation: confirmed in Discovery; on-site work is billed, waiting isn't.</a:t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br>
              <a:rPr lang="en-GB" sz="1400"/>
            </a:b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</a:p>
        </p:txBody>
      </p:sp>
      <p:cxnSp>
        <p:nvCxnSpPr>
          <p:cNvPr id="113" name="Straight Connector 30" descr="thin line">
            <a:extLst>
              <a:ext uri="{FF2B5EF4-FFF2-40B4-BE49-F238E27FC236}">
                <a16:creationId xmlns:a16="http://schemas.microsoft.com/office/drawing/2014/main" id="{4F0FD73D-2E4F-4F38-1352-DC071F1F06F8}"/>
              </a:ext>
            </a:extLst>
          </p:cNvPr>
          <p:cNvCxnSpPr>
            <a:cxnSpLocks/>
          </p:cNvCxnSpPr>
          <p:nvPr/>
        </p:nvCxnSpPr>
        <p:spPr bwMode="gray">
          <a:xfrm>
            <a:off x="1703512" y="3861048"/>
            <a:ext cx="9864000" cy="0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Standard Text">
            <a:extLst>
              <a:ext uri="{FF2B5EF4-FFF2-40B4-BE49-F238E27FC236}">
                <a16:creationId xmlns:a16="http://schemas.microsoft.com/office/drawing/2014/main" id="{921DBD96-8AD8-861F-86C8-1CC4E7A4F3FD}"/>
              </a:ext>
            </a:extLst>
          </p:cNvPr>
          <p:cNvSpPr txBox="1">
            <a:spLocks/>
          </p:cNvSpPr>
          <p:nvPr/>
        </p:nvSpPr>
        <p:spPr bwMode="gray">
          <a:xfrm>
            <a:off x="1702891" y="3933056"/>
            <a:ext cx="9865221" cy="1008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/>
              <a:t>Bottom-up estimate needs delivery-team validation</a:t>
            </a:r>
          </a:p>
          <a:p>
            <a:r>
              <a:rPr lang="en-GB" sz="1400"/>
              <a:t>Risk: headcount-per-feature assumptions are indicative. Mitigation: revisit with the actual delivery team before a fixed-price commitment.</a:t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br>
              <a:rPr lang="en-GB" sz="1400"/>
            </a:b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</a:p>
        </p:txBody>
      </p:sp>
      <p:cxnSp>
        <p:nvCxnSpPr>
          <p:cNvPr id="115" name="Straight Connector 30" descr="thin line">
            <a:extLst>
              <a:ext uri="{FF2B5EF4-FFF2-40B4-BE49-F238E27FC236}">
                <a16:creationId xmlns:a16="http://schemas.microsoft.com/office/drawing/2014/main" id="{F3088CF7-C3A5-7492-AADE-650D2C063C26}"/>
              </a:ext>
            </a:extLst>
          </p:cNvPr>
          <p:cNvCxnSpPr>
            <a:cxnSpLocks/>
          </p:cNvCxnSpPr>
          <p:nvPr/>
        </p:nvCxnSpPr>
        <p:spPr bwMode="gray">
          <a:xfrm>
            <a:off x="1703512" y="5013176"/>
            <a:ext cx="9864000" cy="0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Standard Text">
            <a:extLst>
              <a:ext uri="{FF2B5EF4-FFF2-40B4-BE49-F238E27FC236}">
                <a16:creationId xmlns:a16="http://schemas.microsoft.com/office/drawing/2014/main" id="{2163D3A6-BE8B-41A8-89B4-6D62C6B857E8}"/>
              </a:ext>
            </a:extLst>
          </p:cNvPr>
          <p:cNvSpPr txBox="1">
            <a:spLocks/>
          </p:cNvSpPr>
          <p:nvPr/>
        </p:nvSpPr>
        <p:spPr bwMode="gray">
          <a:xfrm>
            <a:off x="1702891" y="5085184"/>
            <a:ext cx="9865221" cy="1008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/>
              <a:t>Hardware and AI consumption costs aren't in this number yet</a:t>
            </a:r>
          </a:p>
          <a:p>
            <a:r>
              <a:rPr lang="en-GB" sz="1400"/>
              <a:t>Risk: total cost unclear until quoted. Mitigation: sensor/LED bill of quantities and AI usage patterns both requested during Discovery.</a:t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br>
              <a:rPr lang="en-GB" sz="1400"/>
            </a:b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  <a:r>
              <a:rPr lang="en-GB" sz="1400" err="1"/>
              <a:t/>
            </a:r>
            <a:r>
              <a:rPr lang="en-GB" sz="1400"/>
              <a:t/>
            </a:r>
          </a:p>
        </p:txBody>
      </p:sp>
      <p:sp>
        <p:nvSpPr>
          <p:cNvPr id="117" name="Fußzeilenplatzhalter 7">
            <a:extLst>
              <a:ext uri="{FF2B5EF4-FFF2-40B4-BE49-F238E27FC236}">
                <a16:creationId xmlns:a16="http://schemas.microsoft.com/office/drawing/2014/main" id="{2AFF796C-6789-4FF4-68CE-5E027B1F164E}"/>
              </a:ext>
            </a:extLst>
          </p:cNvPr>
          <p:cNvSpPr txBox="1">
            <a:spLocks/>
          </p:cNvSpPr>
          <p:nvPr/>
        </p:nvSpPr>
        <p:spPr bwMode="gray">
          <a:xfrm>
            <a:off x="623888" y="6381328"/>
            <a:ext cx="864000" cy="144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>
                <a:solidFill>
                  <a:schemeClr val="bg1"/>
                </a:solidFill>
                <a:latin typeface="+mn-lt"/>
              </a:rPr>
              <a:t>© </a:t>
            </a:r>
            <a:r>
              <a:rPr lang="en-GB" sz="800" spc="20" baseline="0" err="1">
                <a:solidFill>
                  <a:schemeClr val="bg1"/>
                </a:solidFill>
                <a:latin typeface="+mn-lt"/>
              </a:rPr>
              <a:t>Zühlke</a:t>
            </a:r>
            <a:r>
              <a:rPr lang="en-GB" sz="800" spc="20" baseline="0">
                <a:solidFill>
                  <a:schemeClr val="bg1"/>
                </a:solidFill>
                <a:latin typeface="+mn-lt"/>
              </a:rPr>
              <a:t> </a:t>
            </a:r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6D8CC44A-DC44-F4FD-D244-2D2339AF1A23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418400" y="6372000"/>
            <a:ext cx="680400" cy="144000"/>
          </a:xfrm>
        </p:spPr>
        <p:txBody>
          <a:bodyPr/>
          <a:lstStyle/>
          <a:p>
            <a:fld id="{E35F1F96-2AAB-2040-B876-7B73F0B2E90B}" type="datetime1">
              <a:rPr lang="de-CH" smtClean="0"/>
              <a:t>24.09.26</a:t>
            </a:fld>
            <a:endParaRPr lang="en-GB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A86AE56-7529-0490-A6CF-E7EE876CFCF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558800" y="6372000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6D46E9A-1017-A1F2-DF3E-2296C28893E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000" y="6372000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13" name="Year" descr="{&quot;templafy&quot;:{&quot;id&quot;:&quot;e12b399e-5931-4d2c-8dcf-ddb0f6a299b7&quot;}}">
            <a:extLst>
              <a:ext uri="{FF2B5EF4-FFF2-40B4-BE49-F238E27FC236}">
                <a16:creationId xmlns:a16="http://schemas.microsoft.com/office/drawing/2014/main" id="{6E06BFC4-CDFB-94BC-2CBB-33A9578C9724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13604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9TnU5fxhcgSTft3Me_IRA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9TnU5fxhcgSTft3Me_IRA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9TnU5fxhcgSTft3Me_IR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9TnU5fxhcgSTft3Me_IR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9TnU5fxhcgSTft3Me_IRA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9TnU5fxhcgSTft3Me_IRA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9TnU5fxhcgSTft3Me_IRA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9TnU5fxhcgSTft3Me_IR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BxPsAck0IYgd8QPFzmeh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jiqDTpPkSASnwXEuEJ0Q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jiqDTpPkSASnwXEuEJ0Q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jiqDTpPkSASnwXEuEJ0Q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jiqDTpPkSASnwXEuEJ0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jiqDTpPkSASnwXEuEJ0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jiqDTpPkSASnwXEuEJ0Q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BxPsAck0IYgd8QPFzmehg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jiqDTpPkSASnwXEuEJ0Q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jiqDTpPkSASnwXEuEJ0Q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jiqDTpPkSASnwXEuEJ0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soRL53uhfckeO5TimAYHg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_rels/item6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2.xml"/></Relationships>
</file>

<file path=customXml/_rels/item6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3.xml"/></Relationships>
</file>

<file path=customXml/_rels/item6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4.xml"/></Relationships>
</file>

<file path=customXml/_rels/item6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5.xml"/></Relationships>
</file>

<file path=customXml/_rels/item6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6.xml"/></Relationships>
</file>

<file path=customXml/_rels/item6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7.xml"/></Relationships>
</file>

<file path=customXml/_rels/item6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8.xml"/></Relationships>
</file>

<file path=customXml/_rels/item6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9.xml"/></Relationships>
</file>

<file path=customXml/_rels/item7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0.xml"/></Relationships>
</file>

<file path=customXml/_rels/item7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1.xml"/></Relationships>
</file>

<file path=customXml/_rels/item7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2.xml"/></Relationships>
</file>

<file path=customXml/_rels/item7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3.xml"/></Relationships>
</file>

<file path=customXml/_rels/item7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4.xml"/></Relationships>
</file>

<file path=customXml/_rels/item7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5.xml"/></Relationships>
</file>

<file path=customXml/_rels/item7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6.xml"/></Relationships>
</file>

<file path=customXml/_rels/item7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7.xml"/></Relationships>
</file>

<file path=customXml/_rels/item7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8.xml"/></Relationships>
</file>

<file path=customXml/_rels/item7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9.xml"/></Relationships>
</file>

<file path=customXml/_rels/item8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0.xml"/></Relationships>
</file>

<file path=customXml/_rels/item8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1.xml"/></Relationships>
</file>

<file path=customXml/_rels/item8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2.xml"/></Relationships>
</file>

<file path=customXml/_rels/item8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3.xml"/></Relationships>
</file>

<file path=customXml/_rels/item8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4.xml"/></Relationships>
</file>

<file path=customXml/_rels/item8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5.xml"/></Relationships>
</file>

<file path=customXml/_rels/item8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6.xml"/></Relationships>
</file>

<file path=customXml/_rels/item8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7.xml"/></Relationships>
</file>

<file path=customXml/_rels/item8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8.xml"/></Relationships>
</file>

<file path=customXml/_rels/item8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9.xml"/></Relationships>
</file>

<file path=customXml/_rels/item9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0.xml"/></Relationships>
</file>

<file path=customXml/_rels/item9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1.xml"/></Relationships>
</file>

<file path=customXml/_rels/item9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2.xml"/></Relationships>
</file>

<file path=customXml/_rels/item9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3.xml"/></Relationships>
</file>

<file path=customXml/_rels/item9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4.xml"/></Relationships>
</file>

<file path=customXml/_rels/item9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5.xml"/></Relationships>
</file>

<file path=customXml/_rels/item9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6.xml"/></Relationships>
</file>

<file path=customXml/_rels/item9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7.xml"/></Relationships>
</file>

<file path=customXml/_rels/item9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8.xml"/></Relationships>
</file>

<file path=customXml/_rels/item9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9.xml"/></Relationships>
</file>

<file path=customXml/_rels/item10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0.xml"/></Relationships>
</file>

<file path=customXml/_rels/item10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1.xml"/></Relationships>
</file>

<file path=customXml/_rels/item10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2.xml"/></Relationships>
</file>

<file path=customXml/_rels/item10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3.xml"/></Relationships>
</file>

<file path=customXml/_rels/item10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4.xml"/></Relationships>
</file>

<file path=customXml/_rels/item10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5.xml"/></Relationships>
</file>

<file path=customXml/_rels/item10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6.xml"/></Relationships>
</file>

<file path=customXml/_rels/item10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7.xml"/></Relationships>
</file>

<file path=customXml/_rels/item10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8.xml"/></Relationships>
</file>

<file path=customXml/_rels/item10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9.xml"/></Relationships>
</file>

<file path=customXml/_rels/item1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0.xml"/></Relationships>
</file>

<file path=customXml/_rels/item1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1.xml"/></Relationships>
</file>

<file path=customXml/_rels/item1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2.xml"/></Relationships>
</file>

<file path=customXml/_rels/item1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3.xml"/></Relationships>
</file>

<file path=customXml/_rels/item1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4.xml"/></Relationships>
</file>

<file path=customXml/_rels/item1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5.xml"/></Relationships>
</file>

<file path=customXml/_rels/item1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6.xml"/></Relationships>
</file>

<file path=customXml/_rels/item1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7.xml"/></Relationships>
</file>

<file path=customXml/_rels/item1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8.xml"/></Relationships>
</file>

<file path=customXml/_rels/item1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9.xml"/></Relationships>
</file>

<file path=customXml/_rels/item1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0.xml"/></Relationships>
</file>

<file path=customXml/_rels/item1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1.xml"/></Relationships>
</file>

<file path=customXml/_rels/item1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2.xml"/></Relationships>
</file>

<file path=customXml/_rels/item1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3.xml"/></Relationships>
</file>

<file path=customXml/_rels/item1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4.xml"/></Relationships>
</file>

<file path=customXml/_rels/item1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5.xml"/></Relationships>
</file>

<file path=customXml/_rels/item1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6.xml"/></Relationships>
</file>

<file path=customXml/_rels/item1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7.xml"/></Relationships>
</file>

<file path=customXml/_rels/item1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8.xml"/></Relationships>
</file>

<file path=customXml/_rels/item1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9.xml"/></Relationships>
</file>

<file path=customXml/_rels/item1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0.xml"/></Relationships>
</file>

<file path=customXml/_rels/item1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1.xml"/></Relationships>
</file>

<file path=customXml/_rels/item1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2.xml"/></Relationships>
</file>

<file path=customXml/_rels/item1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3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slideVersion":1,"isValidatorEnabled":false,"isLocked":false,"elementsMetadata":[],"slideId":"1480204099429072979","enableDocumentContentUpdater":false,"version":"2.0"}]]></TemplafySlideTemplateConfiguration>
</file>

<file path=customXml/item3.xml><?xml version="1.0" encoding="utf-8"?>
<TemplafySlideTemplateConfiguration><![CDATA[{"slideVersion":1,"isValidatorEnabled":false,"isLocked":false,"elementsMetadata":[],"slideId":"1480204099429072921","enableDocumentContentUpdater":false,"version":"2.0"}]]></TemplafySlideTemplate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TemplateConfiguration><![CDATA[{"elementsMetadata":[{"type":"shape","id":"b9c9f60e-a202-41c6-977a-2c50b6b6bbba","elementConfiguration":{"type":"text","disableUpdates":false}},{"type":"shape","id":"35d0ee82-b9c0-4e37-b31b-01896c88a511","elementConfiguration":{"binding":"{{FormatDateTime(Now(),Translate(\"Format_CustomD\",UserProfile.DocumentLanguage.Language.Language),UserProfile.DocumentLanguage.Language.Language)}}","visibility":"","type":"text","disableUpdates":false}},{"type":"shape","id":"af04734d-5c8b-4284-babb-4c50e3a59b4c","elementConfiguration":{"binding":"{{UserProfile.Name}}","type":"text","disableUpdates":false}},{"type":"shape","id":"558fe9e8-a2db-4854-9d7e-7c25ff21ab0b","elementConfiguration":{"visibility":"{{IfElse(Equals(Form.Privacy_Information.Name, \"Highly Confidential\"), VisibilityType.Visible, VisibilityType.Hidden)}}","type":"text","disableUpdates":false}},{"type":"shape","id":"1efe108f-4c60-4820-bf02-2e53e7a42884","elementConfiguration":{"visibility":"{{IfElse(Equals(Form.Privacy_Information.Name, \"Confidential\"), VisibilityType.Visible, VisibilityType.Hidden)}}","type":"text","disableUpdates":false}},{"type":"shape","id":"7abd068b-a4ce-4f78-b201-191b1d5ff397","elementConfiguration":{"visibility":"{{IfElse(Equals(Form.Privacy_Information.Name, \"General\"), VisibilityType.Visible, VisibilityType.Hidden)}}","type":"text","disableUpdates":false}},{"type":"shape","id":"842a7cf7-f29e-40d2-8d65-efb4a78c89e9","elementConfiguration":{"visibility":"{{IfElse(Equals(Form.Privacy_Information.Name, \"Public\"), VisibilityType.Visible, VisibilityType.Hidden)}}","type":"text","disableUpdates":false}},{"type":"shape","id":"425d340e-7bfc-4685-b2d0-ed996d007090","elementConfiguration":{"visibility":"{{IfElse(Equals(Form.Privacy_Information.Name, \"Highly Confidential\"), VisibilityType.Visible, VisibilityType.Hidden)}}","type":"text","disableUpdates":false}},{"type":"shape","id":"b3fe5475-1c13-49cc-9f86-d88c4995a354","elementConfiguration":{"visibility":"{{IfElse(Equals(Form.Privacy_Information.Name, \"Confidential\"), VisibilityType.Visible, VisibilityType.Hidden)}}","type":"text","disableUpdates":false}},{"type":"shape","id":"f5eea981-aefe-4cb0-8211-b918a14b5a15","elementConfiguration":{"visibility":"{{IfElse(Equals(Form.Privacy_Information.Name, \"General\"), VisibilityType.Visible, VisibilityType.Hidden)}}","type":"text","disableUpdates":false}},{"type":"shape","id":"9081ab6c-a915-48f5-ad45-6e1e44995221","elementConfiguration":{"visibility":"{{IfElse(Equals(Form.Privacy_Information.Name, \"Public\"), VisibilityType.Visible, VisibilityType.Hidden)}}","type":"text","disableUpdates":false}},{"type":"shape","id":"610251bb-1c41-4bb4-a4e4-b687da0fa0e8","elementConfiguration":{"visibility":"{{IfElse(Equals(Form.Privacy_Information.Name, \"Highly Confidential\"), VisibilityType.Visible, VisibilityType.Hidden)}}","type":"text","disableUpdates":false}},{"type":"shape","id":"685e317d-51da-495e-bcf5-d295d2e808c4","elementConfiguration":{"visibility":"{{IfElse(Equals(Form.Privacy_Information.Name, \"Confidential\"), VisibilityType.Visible, VisibilityType.Hidden)}}","type":"text","disableUpdates":false}},{"type":"shape","id":"f0eea027-2678-433b-92ea-b18caffa0dce","elementConfiguration":{"visibility":"{{IfElse(Equals(Form.Privacy_Information.Name, \"General\"), VisibilityType.Visible, VisibilityType.Hidden)}}","type":"text","disableUpdates":false}},{"type":"shape","id":"c5a58f47-aef3-41fa-87bd-3f28932c068d","elementConfiguration":{"visibility":"{{IfElse(Equals(Form.Privacy_Information.Name, \"Public\"), VisibilityType.Visible, VisibilityType.Hidden)}}","type":"text","disableUpdates":false}},{"type":"shape","id":"fa6eb347-6f1a-41a5-86ab-f3ed2331dc4f","elementConfiguration":{"binding":"{{FormatDateTime(Now(),Translate(\"Format_CustomD\",UserProfile.DocumentLanguage.Language.Language),UserProfile.DocumentLanguage.Language.Language)}}","visibility":"","type":"text","disableUpdates":false}},{"type":"shape","id":"1c996d7c-1d8e-4a3f-b2e1-cfce78d0281c","elementConfiguration":{"type":"text","disableUpdates":false}},{"type":"shape","id":"bbc6435c-78b3-4e83-82f4-fa97de65b29d","elementConfiguration":{"binding":"{{UserProfile.Name}}","type":"text","disableUpdates":false}},{"type":"shape","id":"df2bbf1d-a17f-446d-b874-21c0cad9b214","elementConfiguration":{"binding":"{{FormatDateTime(Now(),Translate(\"Format_CustomD\",UserProfile.DocumentLanguage.Language.Language),UserProfile.DocumentLanguage.Language.Language)}}","visibility":"","type":"text","disableUpdates":false}},{"type":"shape","id":"7453f512-fe25-448d-aeca-165ef7d1bc6f","elementConfiguration":{"type":"text","disableUpdates":false}},{"type":"shape","id":"14eb11d6-1d84-46b2-9faa-f33aade495f4","elementConfiguration":{"binding":"{{UserProfile.Name}}","type":"text","disableUpdates":false}},{"type":"shape","id":"2aadfe5e-eee6-4d34-951d-2572b44727d5","elementConfiguration":{"visibility":"{{IfElse(Equals(Form.Privacy_Information.Name, \"Highly Confidential\"), VisibilityType.Visible, VisibilityType.Hidden)}}","type":"text","disableUpdates":false}},{"type":"shape","id":"22f04441-80bc-4991-b41e-277bd813d087","elementConfiguration":{"visibility":"{{IfElse(Equals(Form.Privacy_Information.Name, \"Confidential\"), VisibilityType.Visible, VisibilityType.Hidden)}}","type":"text","disableUpdates":false}},{"type":"shape","id":"fba74629-e33a-4ee7-aaac-8211618a892a","elementConfiguration":{"visibility":"{{IfElse(Equals(Form.Privacy_Information.Name, \"General\"), VisibilityType.Visible, VisibilityType.Hidden)}}","type":"text","disableUpdates":false}},{"type":"shape","id":"7180391f-48c2-43de-ab25-c7939b6c8cd9","elementConfiguration":{"visibility":"{{IfElse(Equals(Form.Privacy_Information.Name, \"Public\"), VisibilityType.Visible, VisibilityType.Hidden)}}","type":"text","disableUpdates":false}},{"type":"shape","id":"7b3ad3c9-70c3-4447-a8b0-776bcfaae48f","elementConfiguration":{"binding":"{{FormatDateTime(Now(),Translate(\"Format_CustomD\",UserProfile.DocumentLanguage.Language.Language),UserProfile.DocumentLanguage.Language.Language)}}","visibility":"","type":"text","disableUpdates":false}},{"type":"shape","id":"b1874bbb-97ef-4e61-ad5f-36dc19b7f989","elementConfiguration":{"type":"text","disableUpdates":false}},{"type":"shape","id":"b1d832d3-6988-4aa1-ba8c-433387221732","elementConfiguration":{"binding":"{{UserProfile.Name}}","type":"text","disableUpdates":false}},{"type":"shape","id":"75ff590f-65b8-4387-a61a-3d297c149663","elementConfiguration":{"visibility":"{{IfElse(Equals(Form.Privacy_Information.Name, \"Highly Confidential\"), VisibilityType.Visible, VisibilityType.Hidden)}}","type":"text","disableUpdates":false}},{"type":"shape","id":"3db42456-7fb4-43c3-b013-ca7f0cd76140","elementConfiguration":{"visibility":"{{IfElse(Equals(Form.Privacy_Information.Name, \"Confidential\"), VisibilityType.Visible, VisibilityType.Hidden)}}","type":"text","disableUpdates":false}},{"type":"shape","id":"8ef51664-341b-46dd-9894-c9c052ef2031","elementConfiguration":{"visibility":"{{IfElse(Equals(Form.Privacy_Information.Name, \"General\"), VisibilityType.Visible, VisibilityType.Hidden)}}","type":"text","disableUpdates":false}},{"type":"shape","id":"9df4ba84-cc1c-40ea-abfe-7db786986830","elementConfiguration":{"visibility":"{{IfElse(Equals(Form.Privacy_Information.Name, \"Public\"), VisibilityType.Visible, VisibilityType.Hidden)}}","type":"text","disableUpdates":false}}],"transformationConfigurations":[],"templateName":"Bid_Template_EN_2025","templateDescription":"V.1.2","enableDocumentContentUpdater":true,"version":"2.0"}]]></TemplafyTemplate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TemplateConfiguration><![CDATA[{"slideVersion":1,"isValidatorEnabled":false,"isLocked":false,"elementsMetadata":[],"slideId":"1480204099429072954","enableDocumentContentUpdater":false,"version":"2.0"}]]></TemplafySlideTemplateConfiguration>
</file>

<file path=customXml/item8.xml><?xml version="1.0" encoding="utf-8"?>
<TemplafySlideTemplateConfiguration><![CDATA[{"slideVersion":1,"isValidatorEnabled":false,"isLocked":false,"elementsMetadata":[],"slideId":"1480204099429072908","enableDocumentContentUpdater":false,"version":"2.0"}]]></TemplafySlideTemplateConfiguration>
</file>

<file path=customXml/item9.xml><?xml version="1.0" encoding="utf-8"?>
<TemplafySlideTemplateConfiguration><![CDATA[{"slideVersion":1,"isValidatorEnabled":false,"isLocked":false,"elementsMetadata":[],"slideId":"1480204099429072920","enableDocumentContentUpdater":false,"version":"2.0"}]]></TemplafySlideTemplateConfiguration>
</file>

<file path=customXml/item10.xml><?xml version="1.0" encoding="utf-8"?>
<TemplafySlideTemplateConfiguration><![CDATA[{"slideVersion":1,"isValidatorEnabled":false,"isLocked":false,"elementsMetadata":[],"slideId":"1480204099429072963","enableDocumentContentUpdater":fals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slideVersion":1,"isValidatorEnabled":false,"isLocked":false,"elementsMetadata":[],"slideId":"1480204099429072937","enableDocumentContentUpdater":false,"version":"2.0"}]]></TemplafySlideTemplateConfiguration>
</file>

<file path=customXml/item13.xml><?xml version="1.0" encoding="utf-8"?>
<TemplafySlideTemplateConfiguration><![CDATA[{"slideVersion":1,"isValidatorEnabled":false,"isLocked":false,"elementsMetadata":[],"slideId":"1480204099429072951","enableDocumentContentUpdater":false,"version":"2.0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TemplateConfiguration><![CDATA[{"slideVersion":1,"isValidatorEnabled":false,"isLocked":false,"elementsMetadata":[],"slideId":"1480204099429072958","enableDocumentContentUpdater":false,"version":"2.0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8.xml><?xml version="1.0" encoding="utf-8"?>
<TemplafySlideTemplateConfiguration><![CDATA[{"slideVersion":1,"isValidatorEnabled":false,"isLocked":false,"elementsMetadata":[],"slideId":"1480204099429072965","enableDocumentContentUpdater":false,"version":"2.0"}]]></TemplafySlideTemplateConfiguration>
</file>

<file path=customXml/item19.xml><?xml version="1.0" encoding="utf-8"?>
<TemplafySlideTemplateConfiguration><![CDATA[{"slideVersion":1,"isValidatorEnabled":false,"isLocked":false,"elementsMetadata":[],"slideId":"1480204099429072902","enableDocumentContentUpdater":false,"version":"2.0"}]]></TemplafySlideTemplateConfiguration>
</file>

<file path=customXml/item20.xml><?xml version="1.0" encoding="utf-8"?>
<TemplafySlideFormConfiguration><![CDATA[{"formFields":[],"formDataEntries":[]}]]></TemplafySlideFormConfiguration>
</file>

<file path=customXml/item21.xml><?xml version="1.0" encoding="utf-8"?>
<TemplafySlideFormConfiguration><![CDATA[{"formFields":[],"formDataEntries":[]}]]></TemplafySlideFormConfiguration>
</file>

<file path=customXml/item22.xml><?xml version="1.0" encoding="utf-8"?>
<TemplafySlideTemplateConfiguration><![CDATA[{"slideVersion":1,"isValidatorEnabled":false,"isLocked":false,"elementsMetadata":[],"slideId":"1480204099429072923","enableDocumentContentUpdater":false,"version":"2.0"}]]></TemplafySlideTemplateConfiguration>
</file>

<file path=customXml/item23.xml><?xml version="1.0" encoding="utf-8"?>
<TemplafySlideTemplateConfiguration><![CDATA[{"slideVersion":1,"isValidatorEnabled":false,"isLocked":false,"elementsMetadata":[],"slideId":"1480204099429072896","enableDocumentContentUpdater":false,"version":"2.0"}]]></TemplafySlideTemplateConfiguration>
</file>

<file path=customXml/item24.xml><?xml version="1.0" encoding="utf-8"?>
<TemplafySlideFormConfiguration><![CDATA[{"formFields":[],"formDataEntries":[]}]]></TemplafySlideFormConfiguration>
</file>

<file path=customXml/item25.xml><?xml version="1.0" encoding="utf-8"?>
<TemplafySlideTemplateConfiguration><![CDATA[{"slideVersion":1,"isValidatorEnabled":false,"isLocked":false,"elementsMetadata":[],"slideId":"1480204099429072928","enableDocumentContentUpdater":false,"version":"2.0"}]]></TemplafySlideTemplateConfiguration>
</file>

<file path=customXml/item26.xml><?xml version="1.0" encoding="utf-8"?>
<TemplafySlideFormConfiguration><![CDATA[{"formFields":[],"formDataEntries":[]}]]></TemplafySlideFormConfiguration>
</file>

<file path=customXml/item27.xml><?xml version="1.0" encoding="utf-8"?>
<TemplafySlideTemplateConfiguration><![CDATA[{"slideVersion":1,"isValidatorEnabled":false,"isLocked":false,"elementsMetadata":[],"slideId":"1480204099429072952","enableDocumentContentUpdater":false,"version":"2.0"}]]></TemplafySlideTemplate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TemplateConfiguration><![CDATA[{"slideVersion":1,"isValidatorEnabled":false,"isLocked":false,"elementsMetadata":[],"slideId":"1480204099429072968","enableDocumentContentUpdater":false,"version":"2.0"}]]></TemplafySlideTemplate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FormConfiguration><![CDATA[{"formFields":[],"formDataEntries":[]}]]></TemplafySlideFormConfiguration>
</file>

<file path=customXml/item32.xml><?xml version="1.0" encoding="utf-8"?>
<TemplafySlideTemplateConfiguration><![CDATA[{"slideVersion":1,"isValidatorEnabled":false,"isLocked":false,"elementsMetadata":[],"slideId":"1480204099429072933","enableDocumentContentUpdater":false,"version":"2.0"}]]></TemplafySlideTemplate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5.xml><?xml version="1.0" encoding="utf-8"?>
<TemplafySlideFormConfiguration><![CDATA[{"formFields":[],"formDataEntries":[]}]]></TemplafySlideFormConfiguration>
</file>

<file path=customXml/item36.xml><?xml version="1.0" encoding="utf-8"?>
<TemplafySlideFormConfiguration><![CDATA[{"formFields":[],"formDataEntries":[]}]]></TemplafySlideForm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FormConfiguration><![CDATA[{"formFields":[],"formDataEntries":[]}]]></TemplafySlideFormConfiguration>
</file>

<file path=customXml/item39.xml><?xml version="1.0" encoding="utf-8"?>
<TemplafySlideFormConfiguration><![CDATA[{"formFields":[],"formDataEntries":[]}]]></TemplafySlideFormConfiguration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FormConfiguration><![CDATA[{"formFields":[],"formDataEntries":[]}]]></TemplafySlideFormConfiguration>
</file>

<file path=customXml/item42.xml><?xml version="1.0" encoding="utf-8"?>
<TemplafySlideFormConfiguration><![CDATA[{"formFields":[],"formDataEntries":[]}]]></TemplafySlideFormConfiguration>
</file>

<file path=customXml/item43.xml><?xml version="1.0" encoding="utf-8"?>
<TemplafySlideFormConfiguration><![CDATA[{"formFields":[],"formDataEntries":[]}]]></TemplafySlideForm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FormConfiguration><![CDATA[{"formFields":[],"formDataEntries":[]}]]></TemplafySlideForm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TemplafySlideTemplateConfiguration><![CDATA[{"slideVersion":1,"isValidatorEnabled":false,"isLocked":false,"elementsMetadata":[],"slideId":"1480204099429072917","enableDocumentContentUpdater":false,"version":"2.0"}]]></TemplafySlideTemplateConfiguration>
</file>

<file path=customXml/item48.xml><?xml version="1.0" encoding="utf-8"?>
<TemplafySlideFormConfiguration><![CDATA[{"formFields":[],"formDataEntries":[]}]]></TemplafySlideFormConfiguration>
</file>

<file path=customXml/item49.xml><?xml version="1.0" encoding="utf-8"?>
<TemplafySlideTemplateConfiguration><![CDATA[{"slideVersion":1,"isValidatorEnabled":false,"isLocked":false,"elementsMetadata":[],"slideId":"1480204099429072975","enableDocumentContentUpdater":false,"version":"2.0"}]]></TemplafySlideTemplateConfiguration>
</file>

<file path=customXml/item50.xml><?xml version="1.0" encoding="utf-8"?>
<TemplafySlideFormConfiguration><![CDATA[{"formFields":[],"formDataEntries":[]}]]></TemplafySlideFormConfiguration>
</file>

<file path=customXml/item51.xml><?xml version="1.0" encoding="utf-8"?>
<TemplafySlideTemplateConfiguration><![CDATA[{"slideVersion":1,"isValidatorEnabled":false,"isLocked":false,"elementsMetadata":[],"slideId":"1480204099429072945","enableDocumentContentUpdater":false,"version":"2.0"}]]></TemplafySlideTemplateConfiguration>
</file>

<file path=customXml/item52.xml><?xml version="1.0" encoding="utf-8"?>
<TemplafySlideTemplateConfiguration><![CDATA[{"slideVersion":1,"isValidatorEnabled":false,"isLocked":false,"elementsMetadata":[],"slideId":"1480204099429072940","enableDocumentContentUpdater":false,"version":"2.0"}]]></TemplafySlideTemplateConfiguration>
</file>

<file path=customXml/item53.xml><?xml version="1.0" encoding="utf-8"?>
<TemplafySlideFormConfiguration><![CDATA[{"formFields":[],"formDataEntries":[]}]]></TemplafySlideForm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TemplafySlideFormConfiguration><![CDATA[{"formFields":[],"formDataEntries":[]}]]></TemplafySlideFormConfiguration>
</file>

<file path=customXml/item57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58.xml><?xml version="1.0" encoding="utf-8"?>
<TemplafySlideTemplateConfiguration><![CDATA[{"slideVersion":1,"isValidatorEnabled":false,"isLocked":false,"elementsMetadata":[],"slideId":"1480204099429072972","enableDocumentContentUpdater":false,"version":"2.0"}]]></TemplafySlideTemplateConfiguration>
</file>

<file path=customXml/item59.xml><?xml version="1.0" encoding="utf-8"?>
<TemplafySlideTemplateConfiguration><![CDATA[{"slideVersion":1,"isValidatorEnabled":false,"isLocked":false,"elementsMetadata":[],"slideId":"1480204099429072931","enableDocumentContentUpdater":fals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TemplateConfiguration><![CDATA[{"slideVersion":1,"isValidatorEnabled":false,"isLocked":false,"elementsMetadata":[],"slideId":"1480204099429072906","enableDocumentContentUpdater":false,"version":"2.0"}]]></TemplafySlideTemplateConfiguration>
</file>

<file path=customXml/item62.xml><?xml version="1.0" encoding="utf-8"?>
<TemplafySlideTemplateConfiguration><![CDATA[{"slideVersion":1,"isValidatorEnabled":false,"isLocked":false,"elementsMetadata":[],"slideId":"1480204099429072971","enableDocumentContentUpdater":false,"version":"2.0"}]]></TemplafySlideTemplateConfiguration>
</file>

<file path=customXml/item63.xml><?xml version="1.0" encoding="utf-8"?>
<TemplafySlideTemplateConfiguration><![CDATA[{"slideVersion":1,"isValidatorEnabled":false,"isLocked":false,"elementsMetadata":[],"slideId":"1480204099429072956","enableDocumentContentUpdater":false,"version":"2.0"}]]></TemplafySlideTemplateConfiguration>
</file>

<file path=customXml/item64.xml><?xml version="1.0" encoding="utf-8"?>
<TemplafySlideTemplateConfiguration><![CDATA[{"slideVersion":1,"isValidatorEnabled":false,"isLocked":false,"elementsMetadata":[],"slideId":"1480204099429072967","enableDocumentContentUpdater":false,"version":"2.0"}]]></TemplafySlideTemplateConfiguration>
</file>

<file path=customXml/item65.xml><?xml version="1.0" encoding="utf-8"?>
<TemplafySlideFormConfiguration><![CDATA[{"formFields":[],"formDataEntries":[]}]]></TemplafySlideFormConfiguration>
</file>

<file path=customXml/item66.xml><?xml version="1.0" encoding="utf-8"?>
<TemplafySlideTemplateConfiguration><![CDATA[{"slideVersion":1,"isValidatorEnabled":false,"isLocked":false,"elementsMetadata":[],"slideId":"1480204099429072973","enableDocumentContentUpdater":false,"version":"2.0"}]]></TemplafySlideTemplateConfiguration>
</file>

<file path=customXml/item67.xml><?xml version="1.0" encoding="utf-8"?>
<TemplafySlideTemplateConfiguration><![CDATA[{"slideVersion":1,"isValidatorEnabled":false,"isLocked":false,"elementsMetadata":[],"slideId":"1480204099429072948","enableDocumentContentUpdater":false,"version":"2.0"}]]></TemplafySlideTemplateConfiguration>
</file>

<file path=customXml/item68.xml><?xml version="1.0" encoding="utf-8"?>
<TemplafySlideTemplateConfiguration><![CDATA[{"slideVersion":1,"isValidatorEnabled":false,"isLocked":false,"elementsMetadata":[],"slideId":"1480204099429072980","enableDocumentContentUpdater":false,"version":"2.0"}]]></TemplafySlideTemplateConfiguration>
</file>

<file path=customXml/item69.xml><?xml version="1.0" encoding="utf-8"?>
<TemplafySlideTemplateConfiguration><![CDATA[{"slideVersion":1,"isValidatorEnabled":false,"isLocked":false,"elementsMetadata":[],"slideId":"1480204099429072913","enableDocumentContentUpdater":false,"version":"2.0"}]]></TemplafySlideTemplateConfiguration>
</file>

<file path=customXml/item70.xml><?xml version="1.0" encoding="utf-8"?>
<TemplafySlideFormConfiguration><![CDATA[{"formFields":[],"formDataEntries":[]}]]></TemplafySlideFormConfiguration>
</file>

<file path=customXml/item71.xml><?xml version="1.0" encoding="utf-8"?>
<TemplafySlideFormConfiguration><![CDATA[{"formFields":[],"formDataEntries":[]}]]></TemplafySlideFormConfiguration>
</file>

<file path=customXml/item72.xml><?xml version="1.0" encoding="utf-8"?>
<TemplafySlideTemplateConfiguration><![CDATA[{"slideVersion":1,"isValidatorEnabled":false,"isLocked":false,"elementsMetadata":[],"slideId":"1480204099429072947","enableDocumentContentUpdater":false,"version":"2.0"}]]></TemplafySlideTemplateConfiguration>
</file>

<file path=customXml/item73.xml><?xml version="1.0" encoding="utf-8"?>
<TemplafySlideTemplateConfiguration><![CDATA[{"slideVersion":1,"isValidatorEnabled":false,"isLocked":false,"elementsMetadata":[],"slideId":"1480204099429072943","enableDocumentContentUpdater":false,"version":"2.0"}]]></TemplafySlideTemplateConfiguration>
</file>

<file path=customXml/item74.xml><?xml version="1.0" encoding="utf-8"?>
<TemplafySlideTemplateConfiguration><![CDATA[{"slideVersion":1,"isValidatorEnabled":false,"isLocked":false,"elementsMetadata":[],"slideId":"1480204099429072964","enableDocumentContentUpdater":false,"version":"2.0"}]]></TemplafySlideTemplateConfiguration>
</file>

<file path=customXml/item75.xml><?xml version="1.0" encoding="utf-8"?>
<TemplafySlideTemplateConfiguration><![CDATA[{"slideVersion":1,"isValidatorEnabled":false,"isLocked":false,"elementsMetadata":[],"slideId":"1480204099429072949","enableDocumentContentUpdater":false,"version":"2.0"}]]></TemplafySlideTemplateConfiguration>
</file>

<file path=customXml/item76.xml><?xml version="1.0" encoding="utf-8"?>
<TemplafySlideFormConfiguration><![CDATA[{"formFields":[],"formDataEntries":[]}]]></TemplafySlideFormConfiguration>
</file>

<file path=customXml/item77.xml><?xml version="1.0" encoding="utf-8"?>
<TemplafySlideTemplateConfiguration><![CDATA[{"slideVersion":1,"isValidatorEnabled":false,"isLocked":false,"elementsMetadata":[],"slideId":"1480204099429072966","enableDocumentContentUpdater":false,"version":"2.0"}]]></TemplafySlideTemplateConfiguration>
</file>

<file path=customXml/item78.xml><?xml version="1.0" encoding="utf-8"?>
<TemplafySlideFormConfiguration><![CDATA[{"formFields":[],"formDataEntries":[]}]]></TemplafySlideFormConfiguration>
</file>

<file path=customXml/item79.xml><?xml version="1.0" encoding="utf-8"?>
<TemplafySlideFormConfiguration><![CDATA[{"formFields":[],"formDataEntries":[]}]]></TemplafySlideFormConfiguration>
</file>

<file path=customXml/item80.xml><?xml version="1.0" encoding="utf-8"?>
<TemplafySlideTemplateConfiguration><![CDATA[{"slideVersion":1,"isValidatorEnabled":false,"isLocked":false,"elementsMetadata":[],"slideId":"1480204099429072926","enableDocumentContentUpdater":false,"version":"2.0"}]]></TemplafySlideTemplateConfiguration>
</file>

<file path=customXml/item81.xml><?xml version="1.0" encoding="utf-8"?>
<TemplafySlideTemplateConfiguration><![CDATA[{"slideVersion":1,"isValidatorEnabled":false,"isLocked":false,"elementsMetadata":[],"slideId":"1480204099429072959","enableDocumentContentUpdater":false,"version":"2.0"}]]></TemplafySlideTemplateConfiguration>
</file>

<file path=customXml/item82.xml><?xml version="1.0" encoding="utf-8"?>
<TemplafySlideFormConfiguration><![CDATA[{"formFields":[],"formDataEntries":[]}]]></TemplafySlideFormConfiguration>
</file>

<file path=customXml/item83.xml><?xml version="1.0" encoding="utf-8"?>
<TemplafySlideFormConfiguration><![CDATA[{"formFields":[],"formDataEntries":[]}]]></TemplafySlideFormConfiguration>
</file>

<file path=customXml/item84.xml><?xml version="1.0" encoding="utf-8"?>
<TemplafySlideFormConfiguration><![CDATA[{"formFields":[],"formDataEntries":[]}]]></TemplafySlideFormConfiguration>
</file>

<file path=customXml/item85.xml><?xml version="1.0" encoding="utf-8"?>
<TemplafySlideTemplateConfiguration><![CDATA[{"slideVersion":1,"isValidatorEnabled":false,"isLocked":false,"elementsMetadata":[],"slideId":"1480204099429072978","enableDocumentContentUpdater":false,"version":"2.0"}]]></TemplafySlideTemplateConfiguration>
</file>

<file path=customXml/item86.xml><?xml version="1.0" encoding="utf-8"?>
<TemplafySlideTemplateConfiguration><![CDATA[{"slideVersion":1,"isValidatorEnabled":false,"isLocked":false,"elementsMetadata":[],"slideId":"1480204099429072910","enableDocumentContentUpdater":false,"version":"2.0"}]]></TemplafySlideTemplateConfiguration>
</file>

<file path=customXml/item87.xml><?xml version="1.0" encoding="utf-8"?>
<TemplafySlideTemplateConfiguration><![CDATA[{"slideVersion":1,"isValidatorEnabled":false,"isLocked":false,"elementsMetadata":[],"slideId":"1480204099429072897","enableDocumentContentUpdater":false,"version":"2.0"}]]></TemplafySlideTemplateConfiguration>
</file>

<file path=customXml/item88.xml><?xml version="1.0" encoding="utf-8"?>
<TemplafySlideTemplateConfiguration><![CDATA[{"slideVersion":1,"isValidatorEnabled":false,"isLocked":false,"elementsMetadata":[],"slideId":"1480204099429072960","enableDocumentContentUpdater":false,"version":"2.0"}]]></TemplafySlideTemplateConfiguration>
</file>

<file path=customXml/item89.xml><?xml version="1.0" encoding="utf-8"?>
<TemplafySlideFormConfiguration><![CDATA[{"formFields":[],"formDataEntries":[]}]]></TemplafySlideFormConfiguration>
</file>

<file path=customXml/item90.xml><?xml version="1.0" encoding="utf-8"?>
<TemplafySlideTemplateConfiguration><![CDATA[{"slideVersion":1,"isValidatorEnabled":false,"isLocked":false,"elementsMetadata":[],"slideId":"1480204099429072977","enableDocumentContentUpdater":false,"version":"2.0"}]]></TemplafySlideTemplateConfiguration>
</file>

<file path=customXml/item9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92.xml><?xml version="1.0" encoding="utf-8"?>
<TemplafySlideTemplateConfiguration><![CDATA[{"slideVersion":1,"isValidatorEnabled":false,"isLocked":false,"elementsMetadata":[],"slideId":"1480204099429072936","enableDocumentContentUpdater":false,"version":"2.0"}]]></TemplafySlideTemplateConfiguration>
</file>

<file path=customXml/item93.xml><?xml version="1.0" encoding="utf-8"?>
<TemplafySlideTemplateConfiguration><![CDATA[{"slideVersion":1,"isValidatorEnabled":false,"isLocked":false,"elementsMetadata":[],"slideId":"1480204099429072976","enableDocumentContentUpdater":false,"version":"2.0"}]]></TemplafySlideTemplateConfiguration>
</file>

<file path=customXml/item94.xml><?xml version="1.0" encoding="utf-8"?>
<TemplafySlideTemplateConfiguration><![CDATA[{"slideVersion":1,"isValidatorEnabled":false,"isLocked":false,"elementsMetadata":[],"slideId":"1480204099429072942","enableDocumentContentUpdater":false,"version":"2.0"}]]></TemplafySlideTemplateConfiguration>
</file>

<file path=customXml/item95.xml><?xml version="1.0" encoding="utf-8"?>
<TemplafySlideFormConfiguration><![CDATA[{"formFields":[],"formDataEntries":[]}]]></TemplafySlideFormConfiguration>
</file>

<file path=customXml/item96.xml><?xml version="1.0" encoding="utf-8"?>
<TemplafySlideTemplateConfiguration><![CDATA[{"slideVersion":1,"isValidatorEnabled":false,"isLocked":false,"elementsMetadata":[],"slideId":"1480204099429072950","enableDocumentContentUpdater":false,"version":"2.0"}]]></TemplafySlideTemplateConfiguration>
</file>

<file path=customXml/item97.xml><?xml version="1.0" encoding="utf-8"?>
<TemplafySlideFormConfiguration><![CDATA[{"formFields":[],"formDataEntries":[]}]]></TemplafySlideFormConfiguration>
</file>

<file path=customXml/item98.xml><?xml version="1.0" encoding="utf-8"?>
<TemplafySlideFormConfiguration><![CDATA[{"formFields":[],"formDataEntries":[]}]]></TemplafySlideFormConfiguration>
</file>

<file path=customXml/item99.xml><?xml version="1.0" encoding="utf-8"?>
<TemplafySlideFormConfiguration><![CDATA[{"formFields":[],"formDataEntries":[]}]]></TemplafySlideFormConfiguration>
</file>

<file path=customXml/item100.xml><?xml version="1.0" encoding="utf-8"?>
<TemplafySlideTemplateConfiguration><![CDATA[{"slideVersion":1,"isValidatorEnabled":false,"isLocked":false,"elementsMetadata":[],"slideId":"1480204099429072918","enableDocumentContentUpdater":false,"version":"2.0"}]]></TemplafySlideTemplateConfiguration>
</file>

<file path=customXml/item101.xml><?xml version="1.0" encoding="utf-8"?>
<TemplafySlideFormConfiguration><![CDATA[{"formFields":[],"formDataEntries":[]}]]></TemplafySlideFormConfiguration>
</file>

<file path=customXml/item102.xml><?xml version="1.0" encoding="utf-8"?>
<TemplafySlideFormConfiguration><![CDATA[{"formFields":[],"formDataEntries":[]}]]></TemplafySlideFormConfiguration>
</file>

<file path=customXml/item103.xml><?xml version="1.0" encoding="utf-8"?>
<TemplafySlideFormConfiguration><![CDATA[{"formFields":[],"formDataEntries":[]}]]></TemplafySlideFormConfiguration>
</file>

<file path=customXml/item104.xml><?xml version="1.0" encoding="utf-8"?>
<TemplafySlideFormConfiguration><![CDATA[{"formFields":[],"formDataEntries":[]}]]></TemplafySlideFormConfiguration>
</file>

<file path=customXml/item105.xml><?xml version="1.0" encoding="utf-8"?>
<TemplafySlideFormConfiguration><![CDATA[{"formFields":[],"formDataEntries":[]}]]></TemplafySlideFormConfiguration>
</file>

<file path=customXml/item106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XAYoe5dzaxU1JjBtc348v4o4O1GY/px7eReQLaCzkaw="}]}]]></TemplafyFormConfiguration>
</file>

<file path=customXml/item107.xml><?xml version="1.0" encoding="utf-8"?>
<TemplafySlideTemplateConfiguration><![CDATA[{"slideVersion":1,"isValidatorEnabled":false,"isLocked":false,"elementsMetadata":[],"slideId":"1480204099429072961","enableDocumentContentUpdater":false,"version":"2.0"}]]></TemplafySlideTemplateConfiguration>
</file>

<file path=customXml/item108.xml><?xml version="1.0" encoding="utf-8"?>
<TemplafySlideTemplateConfiguration><![CDATA[{"slideVersion":1,"isValidatorEnabled":false,"isLocked":false,"elementsMetadata":[],"slideId":"1480204099429072946","enableDocumentContentUpdater":false,"version":"2.0"}]]></TemplafySlideTemplateConfiguration>
</file>

<file path=customXml/item109.xml><?xml version="1.0" encoding="utf-8"?>
<TemplafySlideTemplateConfiguration><![CDATA[{"slideVersion":1,"isValidatorEnabled":false,"isLocked":false,"elementsMetadata":[],"slideId":"1480204099429072953","enableDocumentContentUpdater":false,"version":"2.0"}]]></TemplafySlideTemplateConfiguration>
</file>

<file path=customXml/item110.xml><?xml version="1.0" encoding="utf-8"?>
<TemplafySlideFormConfiguration><![CDATA[{"formFields":[],"formDataEntries":[]}]]></TemplafySlideFormConfiguration>
</file>

<file path=customXml/item111.xml><?xml version="1.0" encoding="utf-8"?>
<TemplafySlideTemplateConfiguration><![CDATA[{"slideVersion":1,"isValidatorEnabled":false,"isLocked":false,"elementsMetadata":[],"slideId":"1480204099429072909","enableDocumentContentUpdater":false,"version":"2.0"}]]></TemplafySlideTemplateConfiguration>
</file>

<file path=customXml/item112.xml><?xml version="1.0" encoding="utf-8"?>
<TemplafySlideTemplateConfiguration><![CDATA[{"slideVersion":1,"isValidatorEnabled":false,"isLocked":false,"elementsMetadata":[],"slideId":"1480204099429072970","enableDocumentContentUpdater":false,"version":"2.0"}]]></TemplafySlideTemplateConfiguration>
</file>

<file path=customXml/item113.xml><?xml version="1.0" encoding="utf-8"?>
<TemplafySlideFormConfiguration><![CDATA[{"formFields":[],"formDataEntries":[]}]]></TemplafySlideFormConfiguration>
</file>

<file path=customXml/item114.xml><?xml version="1.0" encoding="utf-8"?>
<TemplafySlideTemplateConfiguration><![CDATA[{"slideVersion":1,"isValidatorEnabled":false,"isLocked":false,"elementsMetadata":[],"slideId":"1480204099429072929","enableDocumentContentUpdater":false,"version":"2.0"}]]></TemplafySlideTemplateConfiguration>
</file>

<file path=customXml/item115.xml><?xml version="1.0" encoding="utf-8"?>
<TemplafySlideFormConfiguration><![CDATA[{"formFields":[],"formDataEntries":[]}]]></TemplafySlideFormConfiguration>
</file>

<file path=customXml/item116.xml><?xml version="1.0" encoding="utf-8"?>
<TemplafySlideTemplateConfiguration><![CDATA[{"slideVersion":1,"isValidatorEnabled":false,"isLocked":false,"elementsMetadata":[{"type":"shape","elementConfiguration":{"visibility":"{{IfElse(Equals(Form.Privacy_Information.Name, \"Highly Confidential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Gener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480204099429072900","enableDocumentContentUpdater":false,"version":"2.0"}]]></TemplafySlideTemplateConfiguration>
</file>

<file path=customXml/item117.xml><?xml version="1.0" encoding="utf-8"?>
<TemplafySlideTemplateConfiguration><![CDATA[{"slideVersion":1,"isValidatorEnabled":false,"isLocked":false,"elementsMetadata":[],"slideId":"1480204099429072919","enableDocumentContentUpdater":false,"version":"2.0"}]]></TemplafySlideTemplateConfiguration>
</file>

<file path=customXml/item118.xml><?xml version="1.0" encoding="utf-8"?>
<TemplafySlideFormConfiguration><![CDATA[{"formFields":[],"formDataEntries":[]}]]></TemplafySlideFormConfiguration>
</file>

<file path=customXml/item119.xml><?xml version="1.0" encoding="utf-8"?>
<TemplafySlideFormConfiguration><![CDATA[{"formFields":[],"formDataEntries":[]}]]></TemplafySlideFormConfiguration>
</file>

<file path=customXml/item120.xml><?xml version="1.0" encoding="utf-8"?>
<TemplafySlideFormConfiguration><![CDATA[{"formFields":[],"formDataEntries":[]}]]></TemplafySlideFormConfiguration>
</file>

<file path=customXml/item121.xml><?xml version="1.0" encoding="utf-8"?>
<TemplafySlideTemplateConfiguration><![CDATA[{"slideVersion":1,"isValidatorEnabled":false,"isLocked":false,"elementsMetadata":[],"slideId":"1480204099429072941","enableDocumentContentUpdater":false,"version":"2.0"}]]></TemplafySlideTemplateConfiguration>
</file>

<file path=customXml/item122.xml><?xml version="1.0" encoding="utf-8"?>
<TemplafySlideFormConfiguration><![CDATA[{"formFields":[],"formDataEntries":[]}]]></TemplafySlideFormConfiguration>
</file>

<file path=customXml/item123.xml><?xml version="1.0" encoding="utf-8"?>
<TemplafySlideTemplateConfiguration><![CDATA[{"slideVersion":1,"isValidatorEnabled":false,"isLocked":false,"elementsMetadata":[],"slideId":"1480204099429072955","enableDocumentContentUpdater":false,"version":"2.0"}]]></TemplafySlideTemplateConfiguration>
</file>

<file path=customXml/item124.xml><?xml version="1.0" encoding="utf-8"?>
<TemplafySlideTemplateConfiguration><![CDATA[{"slideVersion":1,"isValidatorEnabled":false,"isLocked":false,"elementsMetadata":[],"slideId":"1480204099429072969","enableDocumentContentUpdater":false,"version":"2.0"}]]></TemplafySlideTemplateConfiguration>
</file>

<file path=customXml/item125.xml><?xml version="1.0" encoding="utf-8"?>
<TemplafySlideTemplateConfiguration><![CDATA[{"slideVersion":1,"isValidatorEnabled":false,"isLocked":false,"elementsMetadata":[],"slideId":"1480204099429072944","enableDocumentContentUpdater":false,"version":"2.0"}]]></TemplafySlideTemplateConfiguration>
</file>

<file path=customXml/item126.xml><?xml version="1.0" encoding="utf-8"?>
<TemplafySlideTemplateConfiguration><![CDATA[{"slideVersion":1,"isValidatorEnabled":false,"isLocked":false,"elementsMetadata":[],"slideId":"1480204099429072939","enableDocumentContentUpdater":false,"version":"2.0"}]]></TemplafySlideTemplateConfiguration>
</file>

<file path=customXml/item127.xml><?xml version="1.0" encoding="utf-8"?>
<TemplafySlideTemplateConfiguration><![CDATA[{"slideVersion":1,"isValidatorEnabled":false,"isLocked":false,"elementsMetadata":[],"slideId":"1480204099429072962","enableDocumentContentUpdater":false,"version":"2.0"}]]></TemplafySlideTemplateConfiguration>
</file>

<file path=customXml/item128.xml><?xml version="1.0" encoding="utf-8"?>
<TemplafySlideFormConfiguration><![CDATA[{"formFields":[],"formDataEntries":[]}]]></TemplafySlideFormConfiguration>
</file>

<file path=customXml/item129.xml><?xml version="1.0" encoding="utf-8"?>
<TemplafySlideFormConfiguration><![CDATA[{"formFields":[],"formDataEntries":[]}]]></TemplafySlideFormConfiguration>
</file>

<file path=customXml/item130.xml><?xml version="1.0" encoding="utf-8"?>
<TemplafySlideFormConfiguration><![CDATA[{"formFields":[],"formDataEntries":[]}]]></TemplafySlideFormConfiguration>
</file>

<file path=customXml/item131.xml><?xml version="1.0" encoding="utf-8"?>
<TemplafySlideTemplateConfiguration><![CDATA[{"slideVersion":1,"isValidatorEnabled":false,"isLocked":false,"elementsMetadata":[],"slideId":"1480204099429072957","enableDocumentContentUpdater":false,"version":"2.0"}]]></TemplafySlideTemplateConfiguration>
</file>

<file path=customXml/item132.xml><?xml version="1.0" encoding="utf-8"?>
<TemplafySlideTemplateConfiguration><![CDATA[{"slideVersion":1,"isValidatorEnabled":false,"isLocked":false,"elementsMetadata":[],"slideId":"1480204099429072974","enableDocumentContentUpdater":false,"version":"2.0"}]]></TemplafySlideTemplateConfiguration>
</file>

<file path=customXml/item133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CD86F582-6CE5-A344-8B0E-5F1D92506B88}">
  <ds:schemaRefs/>
</ds:datastoreItem>
</file>

<file path=customXml/itemProps2.xml><?xml version="1.0" encoding="utf-8"?>
<ds:datastoreItem xmlns:ds="http://schemas.openxmlformats.org/officeDocument/2006/customXml" ds:itemID="{8857C3F8-6B99-804E-9260-2D26CDF45626}">
  <ds:schemaRefs/>
</ds:datastoreItem>
</file>

<file path=customXml/itemProps3.xml><?xml version="1.0" encoding="utf-8"?>
<ds:datastoreItem xmlns:ds="http://schemas.openxmlformats.org/officeDocument/2006/customXml" ds:itemID="{4C634F72-AD4A-8547-BB9D-47BB44CCA14A}">
  <ds:schemaRefs/>
</ds:datastoreItem>
</file>

<file path=customXml/itemProps4.xml><?xml version="1.0" encoding="utf-8"?>
<ds:datastoreItem xmlns:ds="http://schemas.openxmlformats.org/officeDocument/2006/customXml" ds:itemID="{E66C6F0A-FDBA-AF40-8357-086B1BC37E7D}">
  <ds:schemaRefs/>
</ds:datastoreItem>
</file>

<file path=customXml/itemProps5.xml><?xml version="1.0" encoding="utf-8"?>
<ds:datastoreItem xmlns:ds="http://schemas.openxmlformats.org/officeDocument/2006/customXml" ds:itemID="{28C85CB8-C4E2-42B6-9E95-8E3EDB1A7CC4}">
  <ds:schemaRefs/>
</ds:datastoreItem>
</file>

<file path=customXml/itemProps6.xml><?xml version="1.0" encoding="utf-8"?>
<ds:datastoreItem xmlns:ds="http://schemas.openxmlformats.org/officeDocument/2006/customXml" ds:itemID="{800F4A94-9351-4792-ACB0-6822B68D1355}">
  <ds:schemaRefs/>
</ds:datastoreItem>
</file>

<file path=customXml/itemProps7.xml><?xml version="1.0" encoding="utf-8"?>
<ds:datastoreItem xmlns:ds="http://schemas.openxmlformats.org/officeDocument/2006/customXml" ds:itemID="{2F66468B-D119-B944-BC92-9091FAE67380}">
  <ds:schemaRefs/>
</ds:datastoreItem>
</file>

<file path=customXml/itemProps8.xml><?xml version="1.0" encoding="utf-8"?>
<ds:datastoreItem xmlns:ds="http://schemas.openxmlformats.org/officeDocument/2006/customXml" ds:itemID="{C2EED620-3B9B-4849-A4EA-19DE5A675321}">
  <ds:schemaRefs/>
</ds:datastoreItem>
</file>

<file path=customXml/itemProps9.xml><?xml version="1.0" encoding="utf-8"?>
<ds:datastoreItem xmlns:ds="http://schemas.openxmlformats.org/officeDocument/2006/customXml" ds:itemID="{3D19E2BC-FDCE-4046-8EF3-B8F1A2FD8B4C}">
  <ds:schemaRefs/>
</ds:datastoreItem>
</file>

<file path=customXml/itemProps10.xml><?xml version="1.0" encoding="utf-8"?>
<ds:datastoreItem xmlns:ds="http://schemas.openxmlformats.org/officeDocument/2006/customXml" ds:itemID="{D83B34BF-0AA8-5844-9412-430C44A1B21E}">
  <ds:schemaRefs/>
</ds:datastoreItem>
</file>

<file path=customXml/itemProps11.xml><?xml version="1.0" encoding="utf-8"?>
<ds:datastoreItem xmlns:ds="http://schemas.openxmlformats.org/officeDocument/2006/customXml" ds:itemID="{2A0B6F7D-938D-4897-9BBD-4D92EDFE5FA0}">
  <ds:schemaRefs/>
</ds:datastoreItem>
</file>

<file path=customXml/itemProps12.xml><?xml version="1.0" encoding="utf-8"?>
<ds:datastoreItem xmlns:ds="http://schemas.openxmlformats.org/officeDocument/2006/customXml" ds:itemID="{775568C5-529A-454C-8791-D9AB4747E3F6}">
  <ds:schemaRefs/>
</ds:datastoreItem>
</file>

<file path=customXml/itemProps13.xml><?xml version="1.0" encoding="utf-8"?>
<ds:datastoreItem xmlns:ds="http://schemas.openxmlformats.org/officeDocument/2006/customXml" ds:itemID="{4D3AD489-D4EE-FD4E-923E-F02226D44C34}">
  <ds:schemaRefs/>
</ds:datastoreItem>
</file>

<file path=customXml/itemProps14.xml><?xml version="1.0" encoding="utf-8"?>
<ds:datastoreItem xmlns:ds="http://schemas.openxmlformats.org/officeDocument/2006/customXml" ds:itemID="{98BA9AEF-FDF4-1946-8259-DDA195E03BE0}">
  <ds:schemaRefs/>
</ds:datastoreItem>
</file>

<file path=customXml/itemProps15.xml><?xml version="1.0" encoding="utf-8"?>
<ds:datastoreItem xmlns:ds="http://schemas.openxmlformats.org/officeDocument/2006/customXml" ds:itemID="{D2C43B9A-008F-9B43-89B8-EB14DBBEE730}">
  <ds:schemaRefs/>
</ds:datastoreItem>
</file>

<file path=customXml/itemProps16.xml><?xml version="1.0" encoding="utf-8"?>
<ds:datastoreItem xmlns:ds="http://schemas.openxmlformats.org/officeDocument/2006/customXml" ds:itemID="{A742691B-1461-5E49-B52C-F97BAD3A7408}">
  <ds:schemaRefs/>
</ds:datastoreItem>
</file>

<file path=customXml/itemProps17.xml><?xml version="1.0" encoding="utf-8"?>
<ds:datastoreItem xmlns:ds="http://schemas.openxmlformats.org/officeDocument/2006/customXml" ds:itemID="{E0A52C09-F32A-744D-9384-8F69C87A6B7C}">
  <ds:schemaRefs/>
</ds:datastoreItem>
</file>

<file path=customXml/itemProps18.xml><?xml version="1.0" encoding="utf-8"?>
<ds:datastoreItem xmlns:ds="http://schemas.openxmlformats.org/officeDocument/2006/customXml" ds:itemID="{2B245DD0-1864-0541-BDA6-A8A5DAC5C54E}">
  <ds:schemaRefs/>
</ds:datastoreItem>
</file>

<file path=customXml/itemProps19.xml><?xml version="1.0" encoding="utf-8"?>
<ds:datastoreItem xmlns:ds="http://schemas.openxmlformats.org/officeDocument/2006/customXml" ds:itemID="{DD247416-4E47-DE42-994A-4D84AE2DBE6B}">
  <ds:schemaRefs/>
</ds:datastoreItem>
</file>

<file path=customXml/itemProps20.xml><?xml version="1.0" encoding="utf-8"?>
<ds:datastoreItem xmlns:ds="http://schemas.openxmlformats.org/officeDocument/2006/customXml" ds:itemID="{4898415C-2754-2F46-9E7C-D30919D3CAC3}">
  <ds:schemaRefs/>
</ds:datastoreItem>
</file>

<file path=customXml/itemProps21.xml><?xml version="1.0" encoding="utf-8"?>
<ds:datastoreItem xmlns:ds="http://schemas.openxmlformats.org/officeDocument/2006/customXml" ds:itemID="{0499A919-79B3-E240-ABDB-38933614D137}">
  <ds:schemaRefs/>
</ds:datastoreItem>
</file>

<file path=customXml/itemProps22.xml><?xml version="1.0" encoding="utf-8"?>
<ds:datastoreItem xmlns:ds="http://schemas.openxmlformats.org/officeDocument/2006/customXml" ds:itemID="{F281106E-2C4F-4E80-AE54-10D0E3AF4D22}">
  <ds:schemaRefs/>
</ds:datastoreItem>
</file>

<file path=customXml/itemProps23.xml><?xml version="1.0" encoding="utf-8"?>
<ds:datastoreItem xmlns:ds="http://schemas.openxmlformats.org/officeDocument/2006/customXml" ds:itemID="{CAD727EE-ECC3-484A-BC6E-D825C1A697C5}">
  <ds:schemaRefs/>
</ds:datastoreItem>
</file>

<file path=customXml/itemProps24.xml><?xml version="1.0" encoding="utf-8"?>
<ds:datastoreItem xmlns:ds="http://schemas.openxmlformats.org/officeDocument/2006/customXml" ds:itemID="{127E6D31-6E9C-D94C-9A6A-CC8AB0B19154}">
  <ds:schemaRefs/>
</ds:datastoreItem>
</file>

<file path=customXml/itemProps25.xml><?xml version="1.0" encoding="utf-8"?>
<ds:datastoreItem xmlns:ds="http://schemas.openxmlformats.org/officeDocument/2006/customXml" ds:itemID="{5102CBF8-5594-1848-B89F-27BE664B1719}">
  <ds:schemaRefs/>
</ds:datastoreItem>
</file>

<file path=customXml/itemProps26.xml><?xml version="1.0" encoding="utf-8"?>
<ds:datastoreItem xmlns:ds="http://schemas.openxmlformats.org/officeDocument/2006/customXml" ds:itemID="{A0F1B3AB-C9B7-734B-9E79-23AB848C7652}">
  <ds:schemaRefs/>
</ds:datastoreItem>
</file>

<file path=customXml/itemProps27.xml><?xml version="1.0" encoding="utf-8"?>
<ds:datastoreItem xmlns:ds="http://schemas.openxmlformats.org/officeDocument/2006/customXml" ds:itemID="{A2C14592-1B5D-0C42-B60C-824338B66A0B}">
  <ds:schemaRefs/>
</ds:datastoreItem>
</file>

<file path=customXml/itemProps28.xml><?xml version="1.0" encoding="utf-8"?>
<ds:datastoreItem xmlns:ds="http://schemas.openxmlformats.org/officeDocument/2006/customXml" ds:itemID="{88EB69C4-4043-664A-AAF6-8C1D1348DDA4}">
  <ds:schemaRefs/>
</ds:datastoreItem>
</file>

<file path=customXml/itemProps29.xml><?xml version="1.0" encoding="utf-8"?>
<ds:datastoreItem xmlns:ds="http://schemas.openxmlformats.org/officeDocument/2006/customXml" ds:itemID="{2A47E9D9-49E4-2342-9800-117D4E9357B3}">
  <ds:schemaRefs/>
</ds:datastoreItem>
</file>

<file path=customXml/itemProps30.xml><?xml version="1.0" encoding="utf-8"?>
<ds:datastoreItem xmlns:ds="http://schemas.openxmlformats.org/officeDocument/2006/customXml" ds:itemID="{2FC87E82-0F5A-524A-B36F-35EBCA1F4902}">
  <ds:schemaRefs/>
</ds:datastoreItem>
</file>

<file path=customXml/itemProps31.xml><?xml version="1.0" encoding="utf-8"?>
<ds:datastoreItem xmlns:ds="http://schemas.openxmlformats.org/officeDocument/2006/customXml" ds:itemID="{40787C41-3D88-604D-887C-AC86B568CE5C}">
  <ds:schemaRefs/>
</ds:datastoreItem>
</file>

<file path=customXml/itemProps32.xml><?xml version="1.0" encoding="utf-8"?>
<ds:datastoreItem xmlns:ds="http://schemas.openxmlformats.org/officeDocument/2006/customXml" ds:itemID="{1767E9AD-0C4B-2A4E-8562-BEBD9AE35509}">
  <ds:schemaRefs/>
</ds:datastoreItem>
</file>

<file path=customXml/itemProps33.xml><?xml version="1.0" encoding="utf-8"?>
<ds:datastoreItem xmlns:ds="http://schemas.openxmlformats.org/officeDocument/2006/customXml" ds:itemID="{255E5229-2711-0A44-B4DD-08DF813C10E6}">
  <ds:schemaRefs/>
</ds:datastoreItem>
</file>

<file path=customXml/itemProps34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35.xml><?xml version="1.0" encoding="utf-8"?>
<ds:datastoreItem xmlns:ds="http://schemas.openxmlformats.org/officeDocument/2006/customXml" ds:itemID="{74DC7B89-9450-874E-B95F-A3B2AE838A56}">
  <ds:schemaRefs/>
</ds:datastoreItem>
</file>

<file path=customXml/itemProps36.xml><?xml version="1.0" encoding="utf-8"?>
<ds:datastoreItem xmlns:ds="http://schemas.openxmlformats.org/officeDocument/2006/customXml" ds:itemID="{6F0C1D50-B246-7641-A449-D2495DC10E80}">
  <ds:schemaRefs/>
</ds:datastoreItem>
</file>

<file path=customXml/itemProps37.xml><?xml version="1.0" encoding="utf-8"?>
<ds:datastoreItem xmlns:ds="http://schemas.openxmlformats.org/officeDocument/2006/customXml" ds:itemID="{DAB1AE5F-4401-FE4F-9F19-20054F0FA149}">
  <ds:schemaRefs/>
</ds:datastoreItem>
</file>

<file path=customXml/itemProps38.xml><?xml version="1.0" encoding="utf-8"?>
<ds:datastoreItem xmlns:ds="http://schemas.openxmlformats.org/officeDocument/2006/customXml" ds:itemID="{FE98CE46-5481-6C45-BD2A-0D5092119E3D}">
  <ds:schemaRefs/>
</ds:datastoreItem>
</file>

<file path=customXml/itemProps39.xml><?xml version="1.0" encoding="utf-8"?>
<ds:datastoreItem xmlns:ds="http://schemas.openxmlformats.org/officeDocument/2006/customXml" ds:itemID="{9B925B77-5773-EE4C-B0D5-D06D127409D2}">
  <ds:schemaRefs/>
</ds:datastoreItem>
</file>

<file path=customXml/itemProps40.xml><?xml version="1.0" encoding="utf-8"?>
<ds:datastoreItem xmlns:ds="http://schemas.openxmlformats.org/officeDocument/2006/customXml" ds:itemID="{8FA9B5B9-F170-1543-810F-14BD1AD9C098}">
  <ds:schemaRefs/>
</ds:datastoreItem>
</file>

<file path=customXml/itemProps41.xml><?xml version="1.0" encoding="utf-8"?>
<ds:datastoreItem xmlns:ds="http://schemas.openxmlformats.org/officeDocument/2006/customXml" ds:itemID="{A712C57A-BE82-A34B-9BB4-79316C3ABF59}">
  <ds:schemaRefs/>
</ds:datastoreItem>
</file>

<file path=customXml/itemProps42.xml><?xml version="1.0" encoding="utf-8"?>
<ds:datastoreItem xmlns:ds="http://schemas.openxmlformats.org/officeDocument/2006/customXml" ds:itemID="{A4BB7BA0-6077-4948-B399-E72E6338AFE0}">
  <ds:schemaRefs/>
</ds:datastoreItem>
</file>

<file path=customXml/itemProps43.xml><?xml version="1.0" encoding="utf-8"?>
<ds:datastoreItem xmlns:ds="http://schemas.openxmlformats.org/officeDocument/2006/customXml" ds:itemID="{20879C7B-0541-094E-93EC-0BA0ADF71017}">
  <ds:schemaRefs/>
</ds:datastoreItem>
</file>

<file path=customXml/itemProps44.xml><?xml version="1.0" encoding="utf-8"?>
<ds:datastoreItem xmlns:ds="http://schemas.openxmlformats.org/officeDocument/2006/customXml" ds:itemID="{B72179C4-8F97-7940-8CC3-DAAAFF5479E6}">
  <ds:schemaRefs/>
</ds:datastoreItem>
</file>

<file path=customXml/itemProps45.xml><?xml version="1.0" encoding="utf-8"?>
<ds:datastoreItem xmlns:ds="http://schemas.openxmlformats.org/officeDocument/2006/customXml" ds:itemID="{727A10E5-F806-8E4F-99BA-434A7B8ABED2}">
  <ds:schemaRefs/>
</ds:datastoreItem>
</file>

<file path=customXml/itemProps46.xml><?xml version="1.0" encoding="utf-8"?>
<ds:datastoreItem xmlns:ds="http://schemas.openxmlformats.org/officeDocument/2006/customXml" ds:itemID="{F2FCF759-7E5A-C840-8E9B-1DABD2170E27}">
  <ds:schemaRefs/>
</ds:datastoreItem>
</file>

<file path=customXml/itemProps47.xml><?xml version="1.0" encoding="utf-8"?>
<ds:datastoreItem xmlns:ds="http://schemas.openxmlformats.org/officeDocument/2006/customXml" ds:itemID="{8C80DD3F-DE8F-5947-8ECC-607232B4BDAC}">
  <ds:schemaRefs/>
</ds:datastoreItem>
</file>

<file path=customXml/itemProps48.xml><?xml version="1.0" encoding="utf-8"?>
<ds:datastoreItem xmlns:ds="http://schemas.openxmlformats.org/officeDocument/2006/customXml" ds:itemID="{91634BD2-50C3-174F-8B56-B51A18DBA181}">
  <ds:schemaRefs/>
</ds:datastoreItem>
</file>

<file path=customXml/itemProps49.xml><?xml version="1.0" encoding="utf-8"?>
<ds:datastoreItem xmlns:ds="http://schemas.openxmlformats.org/officeDocument/2006/customXml" ds:itemID="{D5431F8D-114B-7D47-9EAB-CE5AC1A11C2E}">
  <ds:schemaRefs/>
</ds:datastoreItem>
</file>

<file path=customXml/itemProps50.xml><?xml version="1.0" encoding="utf-8"?>
<ds:datastoreItem xmlns:ds="http://schemas.openxmlformats.org/officeDocument/2006/customXml" ds:itemID="{9B66094B-3696-174F-8F7E-BFADA0783000}">
  <ds:schemaRefs/>
</ds:datastoreItem>
</file>

<file path=customXml/itemProps51.xml><?xml version="1.0" encoding="utf-8"?>
<ds:datastoreItem xmlns:ds="http://schemas.openxmlformats.org/officeDocument/2006/customXml" ds:itemID="{EDD86879-0894-7D42-9F54-E4A714244430}">
  <ds:schemaRefs/>
</ds:datastoreItem>
</file>

<file path=customXml/itemProps52.xml><?xml version="1.0" encoding="utf-8"?>
<ds:datastoreItem xmlns:ds="http://schemas.openxmlformats.org/officeDocument/2006/customXml" ds:itemID="{545DC2FB-D078-1045-9D39-2E74DEB3BB76}">
  <ds:schemaRefs/>
</ds:datastoreItem>
</file>

<file path=customXml/itemProps53.xml><?xml version="1.0" encoding="utf-8"?>
<ds:datastoreItem xmlns:ds="http://schemas.openxmlformats.org/officeDocument/2006/customXml" ds:itemID="{644F423D-2682-B94E-95AD-BF164FB1D80D}">
  <ds:schemaRefs/>
</ds:datastoreItem>
</file>

<file path=customXml/itemProps54.xml><?xml version="1.0" encoding="utf-8"?>
<ds:datastoreItem xmlns:ds="http://schemas.openxmlformats.org/officeDocument/2006/customXml" ds:itemID="{16DB2144-AEA5-7E4E-8202-0DC9965BB998}">
  <ds:schemaRefs/>
</ds:datastoreItem>
</file>

<file path=customXml/itemProps55.xml><?xml version="1.0" encoding="utf-8"?>
<ds:datastoreItem xmlns:ds="http://schemas.openxmlformats.org/officeDocument/2006/customXml" ds:itemID="{08D8D361-3686-2445-9F03-73AF79C154B3}">
  <ds:schemaRefs/>
</ds:datastoreItem>
</file>

<file path=customXml/itemProps56.xml><?xml version="1.0" encoding="utf-8"?>
<ds:datastoreItem xmlns:ds="http://schemas.openxmlformats.org/officeDocument/2006/customXml" ds:itemID="{231B28A0-C4F9-F342-9CB5-024D548557FB}">
  <ds:schemaRefs/>
</ds:datastoreItem>
</file>

<file path=customXml/itemProps57.xml><?xml version="1.0" encoding="utf-8"?>
<ds:datastoreItem xmlns:ds="http://schemas.openxmlformats.org/officeDocument/2006/customXml" ds:itemID="{D19BEC73-69CB-414A-A7BE-653B795EEE32}">
  <ds:schemaRefs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www.w3.org/XML/1998/namespace"/>
    <ds:schemaRef ds:uri="6b2685c3-cb74-402e-89a3-cd359bd59e48"/>
    <ds:schemaRef ds:uri="2f7262f3-19e3-4c38-834c-996e2cec5b6c"/>
  </ds:schemaRefs>
</ds:datastoreItem>
</file>

<file path=customXml/itemProps58.xml><?xml version="1.0" encoding="utf-8"?>
<ds:datastoreItem xmlns:ds="http://schemas.openxmlformats.org/officeDocument/2006/customXml" ds:itemID="{6C5FC660-95D5-5B49-BB74-C08817BA7E5D}">
  <ds:schemaRefs/>
</ds:datastoreItem>
</file>

<file path=customXml/itemProps59.xml><?xml version="1.0" encoding="utf-8"?>
<ds:datastoreItem xmlns:ds="http://schemas.openxmlformats.org/officeDocument/2006/customXml" ds:itemID="{5E625B5D-9DA9-9548-B88C-169736F8187A}">
  <ds:schemaRefs/>
</ds:datastoreItem>
</file>

<file path=customXml/itemProps60.xml><?xml version="1.0" encoding="utf-8"?>
<ds:datastoreItem xmlns:ds="http://schemas.openxmlformats.org/officeDocument/2006/customXml" ds:itemID="{6B17E808-C069-624C-A5C1-603A8FF1BE0C}">
  <ds:schemaRefs/>
</ds:datastoreItem>
</file>

<file path=customXml/itemProps61.xml><?xml version="1.0" encoding="utf-8"?>
<ds:datastoreItem xmlns:ds="http://schemas.openxmlformats.org/officeDocument/2006/customXml" ds:itemID="{E8415C14-3AD0-2F46-8AC3-3C1F82DADFF8}">
  <ds:schemaRefs/>
</ds:datastoreItem>
</file>

<file path=customXml/itemProps62.xml><?xml version="1.0" encoding="utf-8"?>
<ds:datastoreItem xmlns:ds="http://schemas.openxmlformats.org/officeDocument/2006/customXml" ds:itemID="{24EE2B10-D711-4440-A902-6816EB84EE62}">
  <ds:schemaRefs/>
</ds:datastoreItem>
</file>

<file path=customXml/itemProps63.xml><?xml version="1.0" encoding="utf-8"?>
<ds:datastoreItem xmlns:ds="http://schemas.openxmlformats.org/officeDocument/2006/customXml" ds:itemID="{CDA307FF-483A-402E-BC06-CAF2ADA8EA5D}">
  <ds:schemaRefs/>
</ds:datastoreItem>
</file>

<file path=customXml/itemProps64.xml><?xml version="1.0" encoding="utf-8"?>
<ds:datastoreItem xmlns:ds="http://schemas.openxmlformats.org/officeDocument/2006/customXml" ds:itemID="{89A5DBBB-7E05-3940-B508-34E839373020}">
  <ds:schemaRefs/>
</ds:datastoreItem>
</file>

<file path=customXml/itemProps65.xml><?xml version="1.0" encoding="utf-8"?>
<ds:datastoreItem xmlns:ds="http://schemas.openxmlformats.org/officeDocument/2006/customXml" ds:itemID="{E7E27ED9-AF52-EF4B-82CA-8A6153E1F833}">
  <ds:schemaRefs/>
</ds:datastoreItem>
</file>

<file path=customXml/itemProps66.xml><?xml version="1.0" encoding="utf-8"?>
<ds:datastoreItem xmlns:ds="http://schemas.openxmlformats.org/officeDocument/2006/customXml" ds:itemID="{9ABE1B5F-FBFF-554E-91B5-065B62777414}">
  <ds:schemaRefs/>
</ds:datastoreItem>
</file>

<file path=customXml/itemProps67.xml><?xml version="1.0" encoding="utf-8"?>
<ds:datastoreItem xmlns:ds="http://schemas.openxmlformats.org/officeDocument/2006/customXml" ds:itemID="{34E0A1F0-A93B-3D43-A282-45030E7A015C}">
  <ds:schemaRefs/>
</ds:datastoreItem>
</file>

<file path=customXml/itemProps68.xml><?xml version="1.0" encoding="utf-8"?>
<ds:datastoreItem xmlns:ds="http://schemas.openxmlformats.org/officeDocument/2006/customXml" ds:itemID="{A2CED703-3E28-7449-A83C-099D81EAF757}">
  <ds:schemaRefs/>
</ds:datastoreItem>
</file>

<file path=customXml/itemProps69.xml><?xml version="1.0" encoding="utf-8"?>
<ds:datastoreItem xmlns:ds="http://schemas.openxmlformats.org/officeDocument/2006/customXml" ds:itemID="{7E45526E-4021-7C41-8709-DBD91FDFF293}">
  <ds:schemaRefs/>
</ds:datastoreItem>
</file>

<file path=customXml/itemProps70.xml><?xml version="1.0" encoding="utf-8"?>
<ds:datastoreItem xmlns:ds="http://schemas.openxmlformats.org/officeDocument/2006/customXml" ds:itemID="{9C878288-4363-7845-909D-C584D3760488}">
  <ds:schemaRefs/>
</ds:datastoreItem>
</file>

<file path=customXml/itemProps71.xml><?xml version="1.0" encoding="utf-8"?>
<ds:datastoreItem xmlns:ds="http://schemas.openxmlformats.org/officeDocument/2006/customXml" ds:itemID="{B229D9C2-9F66-8848-86B9-A962DBF55142}">
  <ds:schemaRefs/>
</ds:datastoreItem>
</file>

<file path=customXml/itemProps72.xml><?xml version="1.0" encoding="utf-8"?>
<ds:datastoreItem xmlns:ds="http://schemas.openxmlformats.org/officeDocument/2006/customXml" ds:itemID="{A0157F43-06F5-4947-95CA-60CF01236E6F}">
  <ds:schemaRefs/>
</ds:datastoreItem>
</file>

<file path=customXml/itemProps73.xml><?xml version="1.0" encoding="utf-8"?>
<ds:datastoreItem xmlns:ds="http://schemas.openxmlformats.org/officeDocument/2006/customXml" ds:itemID="{14B1E3FB-316F-604A-8B28-173695A2940B}">
  <ds:schemaRefs/>
</ds:datastoreItem>
</file>

<file path=customXml/itemProps74.xml><?xml version="1.0" encoding="utf-8"?>
<ds:datastoreItem xmlns:ds="http://schemas.openxmlformats.org/officeDocument/2006/customXml" ds:itemID="{59C90489-0264-4F41-9805-552490471221}">
  <ds:schemaRefs/>
</ds:datastoreItem>
</file>

<file path=customXml/itemProps75.xml><?xml version="1.0" encoding="utf-8"?>
<ds:datastoreItem xmlns:ds="http://schemas.openxmlformats.org/officeDocument/2006/customXml" ds:itemID="{43CB3E3F-D98F-7F46-907F-6B811AB66CDF}">
  <ds:schemaRefs/>
</ds:datastoreItem>
</file>

<file path=customXml/itemProps76.xml><?xml version="1.0" encoding="utf-8"?>
<ds:datastoreItem xmlns:ds="http://schemas.openxmlformats.org/officeDocument/2006/customXml" ds:itemID="{AB4892BD-F884-9643-80EA-4B78C32BAA97}">
  <ds:schemaRefs/>
</ds:datastoreItem>
</file>

<file path=customXml/itemProps77.xml><?xml version="1.0" encoding="utf-8"?>
<ds:datastoreItem xmlns:ds="http://schemas.openxmlformats.org/officeDocument/2006/customXml" ds:itemID="{AAAEE516-28E3-F246-BAAB-20DFE080C19A}">
  <ds:schemaRefs/>
</ds:datastoreItem>
</file>

<file path=customXml/itemProps78.xml><?xml version="1.0" encoding="utf-8"?>
<ds:datastoreItem xmlns:ds="http://schemas.openxmlformats.org/officeDocument/2006/customXml" ds:itemID="{258DC87B-8348-114D-9083-9C716D22F16D}">
  <ds:schemaRefs/>
</ds:datastoreItem>
</file>

<file path=customXml/itemProps79.xml><?xml version="1.0" encoding="utf-8"?>
<ds:datastoreItem xmlns:ds="http://schemas.openxmlformats.org/officeDocument/2006/customXml" ds:itemID="{5B987C67-F680-2646-98DC-47621C6D599B}">
  <ds:schemaRefs/>
</ds:datastoreItem>
</file>

<file path=customXml/itemProps80.xml><?xml version="1.0" encoding="utf-8"?>
<ds:datastoreItem xmlns:ds="http://schemas.openxmlformats.org/officeDocument/2006/customXml" ds:itemID="{3555EF9A-BE5D-5146-84EC-CAD1B19810AF}">
  <ds:schemaRefs/>
</ds:datastoreItem>
</file>

<file path=customXml/itemProps81.xml><?xml version="1.0" encoding="utf-8"?>
<ds:datastoreItem xmlns:ds="http://schemas.openxmlformats.org/officeDocument/2006/customXml" ds:itemID="{16507967-4620-074B-BD47-235D0C6032C0}">
  <ds:schemaRefs/>
</ds:datastoreItem>
</file>

<file path=customXml/itemProps82.xml><?xml version="1.0" encoding="utf-8"?>
<ds:datastoreItem xmlns:ds="http://schemas.openxmlformats.org/officeDocument/2006/customXml" ds:itemID="{2CEA8186-7D83-AF47-8A94-15F6751DC4E2}">
  <ds:schemaRefs/>
</ds:datastoreItem>
</file>

<file path=customXml/itemProps83.xml><?xml version="1.0" encoding="utf-8"?>
<ds:datastoreItem xmlns:ds="http://schemas.openxmlformats.org/officeDocument/2006/customXml" ds:itemID="{342BB3F3-2368-BA40-8F30-D5BB7CD458F4}">
  <ds:schemaRefs/>
</ds:datastoreItem>
</file>

<file path=customXml/itemProps84.xml><?xml version="1.0" encoding="utf-8"?>
<ds:datastoreItem xmlns:ds="http://schemas.openxmlformats.org/officeDocument/2006/customXml" ds:itemID="{A7CF46B5-46D3-1445-AF32-36392277098D}">
  <ds:schemaRefs/>
</ds:datastoreItem>
</file>

<file path=customXml/itemProps85.xml><?xml version="1.0" encoding="utf-8"?>
<ds:datastoreItem xmlns:ds="http://schemas.openxmlformats.org/officeDocument/2006/customXml" ds:itemID="{48B2E131-2C6C-9C47-A468-0A5506CC83BB}">
  <ds:schemaRefs/>
</ds:datastoreItem>
</file>

<file path=customXml/itemProps86.xml><?xml version="1.0" encoding="utf-8"?>
<ds:datastoreItem xmlns:ds="http://schemas.openxmlformats.org/officeDocument/2006/customXml" ds:itemID="{A3949035-361D-9148-9E92-5549EB6A9408}">
  <ds:schemaRefs/>
</ds:datastoreItem>
</file>

<file path=customXml/itemProps87.xml><?xml version="1.0" encoding="utf-8"?>
<ds:datastoreItem xmlns:ds="http://schemas.openxmlformats.org/officeDocument/2006/customXml" ds:itemID="{8CCBDF61-236A-7043-804B-3BB09BDC6FE3}">
  <ds:schemaRefs/>
</ds:datastoreItem>
</file>

<file path=customXml/itemProps88.xml><?xml version="1.0" encoding="utf-8"?>
<ds:datastoreItem xmlns:ds="http://schemas.openxmlformats.org/officeDocument/2006/customXml" ds:itemID="{B376EA77-A36F-4140-BF89-06AA0FADEBC9}">
  <ds:schemaRefs/>
</ds:datastoreItem>
</file>

<file path=customXml/itemProps89.xml><?xml version="1.0" encoding="utf-8"?>
<ds:datastoreItem xmlns:ds="http://schemas.openxmlformats.org/officeDocument/2006/customXml" ds:itemID="{794A1948-2851-D943-A34A-290DD8291F8E}">
  <ds:schemaRefs/>
</ds:datastoreItem>
</file>

<file path=customXml/itemProps90.xml><?xml version="1.0" encoding="utf-8"?>
<ds:datastoreItem xmlns:ds="http://schemas.openxmlformats.org/officeDocument/2006/customXml" ds:itemID="{918E2903-41FE-1245-A230-EF8311E0EAFA}">
  <ds:schemaRefs/>
</ds:datastoreItem>
</file>

<file path=customXml/itemProps91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92.xml><?xml version="1.0" encoding="utf-8"?>
<ds:datastoreItem xmlns:ds="http://schemas.openxmlformats.org/officeDocument/2006/customXml" ds:itemID="{4A4B88C1-64A1-9442-BFB9-8D56DCD242E4}">
  <ds:schemaRefs/>
</ds:datastoreItem>
</file>

<file path=customXml/itemProps93.xml><?xml version="1.0" encoding="utf-8"?>
<ds:datastoreItem xmlns:ds="http://schemas.openxmlformats.org/officeDocument/2006/customXml" ds:itemID="{CC718065-0776-1845-B807-D6E25B378813}">
  <ds:schemaRefs/>
</ds:datastoreItem>
</file>

<file path=customXml/itemProps94.xml><?xml version="1.0" encoding="utf-8"?>
<ds:datastoreItem xmlns:ds="http://schemas.openxmlformats.org/officeDocument/2006/customXml" ds:itemID="{8D644A9D-B313-DE4F-B71D-42EC9821F32D}">
  <ds:schemaRefs/>
</ds:datastoreItem>
</file>

<file path=customXml/itemProps95.xml><?xml version="1.0" encoding="utf-8"?>
<ds:datastoreItem xmlns:ds="http://schemas.openxmlformats.org/officeDocument/2006/customXml" ds:itemID="{BAF86078-6178-5441-913A-27609A575C53}">
  <ds:schemaRefs/>
</ds:datastoreItem>
</file>

<file path=customXml/itemProps96.xml><?xml version="1.0" encoding="utf-8"?>
<ds:datastoreItem xmlns:ds="http://schemas.openxmlformats.org/officeDocument/2006/customXml" ds:itemID="{A33184A5-69A5-4C8A-A8C6-88F1D913BC1B}">
  <ds:schemaRefs/>
</ds:datastoreItem>
</file>

<file path=customXml/itemProps97.xml><?xml version="1.0" encoding="utf-8"?>
<ds:datastoreItem xmlns:ds="http://schemas.openxmlformats.org/officeDocument/2006/customXml" ds:itemID="{47F228FF-6E11-4D4F-8530-29D1C1C2B56D}">
  <ds:schemaRefs/>
</ds:datastoreItem>
</file>

<file path=customXml/itemProps98.xml><?xml version="1.0" encoding="utf-8"?>
<ds:datastoreItem xmlns:ds="http://schemas.openxmlformats.org/officeDocument/2006/customXml" ds:itemID="{0CACF658-519F-E046-9D2F-A57D1C490B37}">
  <ds:schemaRefs/>
</ds:datastoreItem>
</file>

<file path=customXml/itemProps99.xml><?xml version="1.0" encoding="utf-8"?>
<ds:datastoreItem xmlns:ds="http://schemas.openxmlformats.org/officeDocument/2006/customXml" ds:itemID="{C34C4975-2192-8947-9629-683C88943DB1}">
  <ds:schemaRefs/>
</ds:datastoreItem>
</file>

<file path=customXml/itemProps100.xml><?xml version="1.0" encoding="utf-8"?>
<ds:datastoreItem xmlns:ds="http://schemas.openxmlformats.org/officeDocument/2006/customXml" ds:itemID="{ACDEFF1F-7D60-044C-9E4D-F90B787991A7}">
  <ds:schemaRefs/>
</ds:datastoreItem>
</file>

<file path=customXml/itemProps101.xml><?xml version="1.0" encoding="utf-8"?>
<ds:datastoreItem xmlns:ds="http://schemas.openxmlformats.org/officeDocument/2006/customXml" ds:itemID="{5E29D5F9-6444-1140-88BE-AEC8DDB57F68}">
  <ds:schemaRefs/>
</ds:datastoreItem>
</file>

<file path=customXml/itemProps102.xml><?xml version="1.0" encoding="utf-8"?>
<ds:datastoreItem xmlns:ds="http://schemas.openxmlformats.org/officeDocument/2006/customXml" ds:itemID="{4FF3F3C9-FF93-1243-8662-BB9286383151}">
  <ds:schemaRefs/>
</ds:datastoreItem>
</file>

<file path=customXml/itemProps103.xml><?xml version="1.0" encoding="utf-8"?>
<ds:datastoreItem xmlns:ds="http://schemas.openxmlformats.org/officeDocument/2006/customXml" ds:itemID="{842FD731-0B4E-8E4E-A50B-D5B1478770F6}">
  <ds:schemaRefs/>
</ds:datastoreItem>
</file>

<file path=customXml/itemProps104.xml><?xml version="1.0" encoding="utf-8"?>
<ds:datastoreItem xmlns:ds="http://schemas.openxmlformats.org/officeDocument/2006/customXml" ds:itemID="{87CABD9B-EF38-E648-9BA4-9233C26846F3}">
  <ds:schemaRefs/>
</ds:datastoreItem>
</file>

<file path=customXml/itemProps105.xml><?xml version="1.0" encoding="utf-8"?>
<ds:datastoreItem xmlns:ds="http://schemas.openxmlformats.org/officeDocument/2006/customXml" ds:itemID="{FAF24D88-9894-2D4A-B969-C5EED3B41183}">
  <ds:schemaRefs/>
</ds:datastoreItem>
</file>

<file path=customXml/itemProps106.xml><?xml version="1.0" encoding="utf-8"?>
<ds:datastoreItem xmlns:ds="http://schemas.openxmlformats.org/officeDocument/2006/customXml" ds:itemID="{A0CB3283-4520-48D0-9091-1EFB3339413D}">
  <ds:schemaRefs/>
</ds:datastoreItem>
</file>

<file path=customXml/itemProps107.xml><?xml version="1.0" encoding="utf-8"?>
<ds:datastoreItem xmlns:ds="http://schemas.openxmlformats.org/officeDocument/2006/customXml" ds:itemID="{B7EAA44F-EA67-314D-9554-B764719B6235}">
  <ds:schemaRefs/>
</ds:datastoreItem>
</file>

<file path=customXml/itemProps108.xml><?xml version="1.0" encoding="utf-8"?>
<ds:datastoreItem xmlns:ds="http://schemas.openxmlformats.org/officeDocument/2006/customXml" ds:itemID="{586B46D8-2966-4A45-9D78-7ECB2CB2E8B7}">
  <ds:schemaRefs/>
</ds:datastoreItem>
</file>

<file path=customXml/itemProps109.xml><?xml version="1.0" encoding="utf-8"?>
<ds:datastoreItem xmlns:ds="http://schemas.openxmlformats.org/officeDocument/2006/customXml" ds:itemID="{ACF1CA53-D682-CF4D-8ACE-D12C2833F8D2}">
  <ds:schemaRefs/>
</ds:datastoreItem>
</file>

<file path=customXml/itemProps110.xml><?xml version="1.0" encoding="utf-8"?>
<ds:datastoreItem xmlns:ds="http://schemas.openxmlformats.org/officeDocument/2006/customXml" ds:itemID="{11D8D825-9615-414A-845D-D4253F92C999}">
  <ds:schemaRefs/>
</ds:datastoreItem>
</file>

<file path=customXml/itemProps111.xml><?xml version="1.0" encoding="utf-8"?>
<ds:datastoreItem xmlns:ds="http://schemas.openxmlformats.org/officeDocument/2006/customXml" ds:itemID="{9005F8EA-2E3D-9B43-8722-EA53E007B555}">
  <ds:schemaRefs/>
</ds:datastoreItem>
</file>

<file path=customXml/itemProps112.xml><?xml version="1.0" encoding="utf-8"?>
<ds:datastoreItem xmlns:ds="http://schemas.openxmlformats.org/officeDocument/2006/customXml" ds:itemID="{38036F99-7968-1E4E-A509-CDD48CA6BCB3}">
  <ds:schemaRefs/>
</ds:datastoreItem>
</file>

<file path=customXml/itemProps113.xml><?xml version="1.0" encoding="utf-8"?>
<ds:datastoreItem xmlns:ds="http://schemas.openxmlformats.org/officeDocument/2006/customXml" ds:itemID="{285F1B71-6855-5C45-BF01-4F6FB1F11665}">
  <ds:schemaRefs/>
</ds:datastoreItem>
</file>

<file path=customXml/itemProps114.xml><?xml version="1.0" encoding="utf-8"?>
<ds:datastoreItem xmlns:ds="http://schemas.openxmlformats.org/officeDocument/2006/customXml" ds:itemID="{DD5C987F-589F-7141-A445-608657E27150}">
  <ds:schemaRefs/>
</ds:datastoreItem>
</file>

<file path=customXml/itemProps115.xml><?xml version="1.0" encoding="utf-8"?>
<ds:datastoreItem xmlns:ds="http://schemas.openxmlformats.org/officeDocument/2006/customXml" ds:itemID="{9071C123-D82B-6A40-B9BD-7EA7EDC4A509}">
  <ds:schemaRefs/>
</ds:datastoreItem>
</file>

<file path=customXml/itemProps116.xml><?xml version="1.0" encoding="utf-8"?>
<ds:datastoreItem xmlns:ds="http://schemas.openxmlformats.org/officeDocument/2006/customXml" ds:itemID="{571A13A5-C892-D241-B493-E7A56AD1D0FC}">
  <ds:schemaRefs/>
</ds:datastoreItem>
</file>

<file path=customXml/itemProps117.xml><?xml version="1.0" encoding="utf-8"?>
<ds:datastoreItem xmlns:ds="http://schemas.openxmlformats.org/officeDocument/2006/customXml" ds:itemID="{5BA3632D-DEC2-C441-B200-1180D41B0F3F}">
  <ds:schemaRefs/>
</ds:datastoreItem>
</file>

<file path=customXml/itemProps118.xml><?xml version="1.0" encoding="utf-8"?>
<ds:datastoreItem xmlns:ds="http://schemas.openxmlformats.org/officeDocument/2006/customXml" ds:itemID="{C3819906-1648-4F4E-B720-7DF67884D638}">
  <ds:schemaRefs/>
</ds:datastoreItem>
</file>

<file path=customXml/itemProps119.xml><?xml version="1.0" encoding="utf-8"?>
<ds:datastoreItem xmlns:ds="http://schemas.openxmlformats.org/officeDocument/2006/customXml" ds:itemID="{76CC9DF2-974E-44D0-948A-851376CB6489}">
  <ds:schemaRefs/>
</ds:datastoreItem>
</file>

<file path=customXml/itemProps120.xml><?xml version="1.0" encoding="utf-8"?>
<ds:datastoreItem xmlns:ds="http://schemas.openxmlformats.org/officeDocument/2006/customXml" ds:itemID="{D7BE6DF5-3D11-7C4D-9AB7-B8E47DCB9E0E}">
  <ds:schemaRefs/>
</ds:datastoreItem>
</file>

<file path=customXml/itemProps121.xml><?xml version="1.0" encoding="utf-8"?>
<ds:datastoreItem xmlns:ds="http://schemas.openxmlformats.org/officeDocument/2006/customXml" ds:itemID="{3C8BE6D2-1299-EC4A-B29F-8EBF33328F58}">
  <ds:schemaRefs/>
</ds:datastoreItem>
</file>

<file path=customXml/itemProps122.xml><?xml version="1.0" encoding="utf-8"?>
<ds:datastoreItem xmlns:ds="http://schemas.openxmlformats.org/officeDocument/2006/customXml" ds:itemID="{B4A29460-AA96-B842-B40F-0D419007261A}">
  <ds:schemaRefs/>
</ds:datastoreItem>
</file>

<file path=customXml/itemProps123.xml><?xml version="1.0" encoding="utf-8"?>
<ds:datastoreItem xmlns:ds="http://schemas.openxmlformats.org/officeDocument/2006/customXml" ds:itemID="{BBD551ED-E01E-494D-AA9E-019679363828}">
  <ds:schemaRefs/>
</ds:datastoreItem>
</file>

<file path=customXml/itemProps124.xml><?xml version="1.0" encoding="utf-8"?>
<ds:datastoreItem xmlns:ds="http://schemas.openxmlformats.org/officeDocument/2006/customXml" ds:itemID="{390A16D5-CBCD-6F45-B6C7-22CF3906FEA4}">
  <ds:schemaRefs/>
</ds:datastoreItem>
</file>

<file path=customXml/itemProps125.xml><?xml version="1.0" encoding="utf-8"?>
<ds:datastoreItem xmlns:ds="http://schemas.openxmlformats.org/officeDocument/2006/customXml" ds:itemID="{08A943D2-08B8-BB48-8300-E66F8B15FD43}">
  <ds:schemaRefs/>
</ds:datastoreItem>
</file>

<file path=customXml/itemProps126.xml><?xml version="1.0" encoding="utf-8"?>
<ds:datastoreItem xmlns:ds="http://schemas.openxmlformats.org/officeDocument/2006/customXml" ds:itemID="{EBB88059-6AC3-5C4D-88E9-27D623487880}">
  <ds:schemaRefs/>
</ds:datastoreItem>
</file>

<file path=customXml/itemProps127.xml><?xml version="1.0" encoding="utf-8"?>
<ds:datastoreItem xmlns:ds="http://schemas.openxmlformats.org/officeDocument/2006/customXml" ds:itemID="{D1C70949-45FC-7D46-873B-668C19E8BC02}">
  <ds:schemaRefs/>
</ds:datastoreItem>
</file>

<file path=customXml/itemProps128.xml><?xml version="1.0" encoding="utf-8"?>
<ds:datastoreItem xmlns:ds="http://schemas.openxmlformats.org/officeDocument/2006/customXml" ds:itemID="{CA485EBB-3C0F-E348-A301-8C1356476838}">
  <ds:schemaRefs/>
</ds:datastoreItem>
</file>

<file path=customXml/itemProps129.xml><?xml version="1.0" encoding="utf-8"?>
<ds:datastoreItem xmlns:ds="http://schemas.openxmlformats.org/officeDocument/2006/customXml" ds:itemID="{B59AD7C8-81B9-423E-89C7-0F75F1D849C8}">
  <ds:schemaRefs/>
</ds:datastoreItem>
</file>

<file path=customXml/itemProps130.xml><?xml version="1.0" encoding="utf-8"?>
<ds:datastoreItem xmlns:ds="http://schemas.openxmlformats.org/officeDocument/2006/customXml" ds:itemID="{8ECE685F-992C-4340-A2BA-0F7F9183BA57}">
  <ds:schemaRefs/>
</ds:datastoreItem>
</file>

<file path=customXml/itemProps131.xml><?xml version="1.0" encoding="utf-8"?>
<ds:datastoreItem xmlns:ds="http://schemas.openxmlformats.org/officeDocument/2006/customXml" ds:itemID="{8103E372-BF38-4215-B88A-1143DC5923C6}">
  <ds:schemaRefs/>
</ds:datastoreItem>
</file>

<file path=customXml/itemProps132.xml><?xml version="1.0" encoding="utf-8"?>
<ds:datastoreItem xmlns:ds="http://schemas.openxmlformats.org/officeDocument/2006/customXml" ds:itemID="{4F7F6BED-D6D8-1F4A-B9C6-FF4FD5486B04}">
  <ds:schemaRefs/>
</ds:datastoreItem>
</file>

<file path=customXml/itemProps133.xml><?xml version="1.0" encoding="utf-8"?>
<ds:datastoreItem xmlns:ds="http://schemas.openxmlformats.org/officeDocument/2006/customXml" ds:itemID="{BCE338FD-0C37-9148-B918-CD08A13B5568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6</TotalTime>
  <Words>4834</Words>
  <Application>Microsoft Macintosh PowerPoint</Application>
  <PresentationFormat>Widescreen</PresentationFormat>
  <Paragraphs>807</Paragraphs>
  <Slides>37</Slides>
  <Notes>35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7" baseType="lpstr">
      <vt:lpstr>AA Zuehlke</vt:lpstr>
      <vt:lpstr>AA Zuehlke Medium</vt:lpstr>
      <vt:lpstr>Arial</vt:lpstr>
      <vt:lpstr>Open Sans Extrabold</vt:lpstr>
      <vt:lpstr>Segoe UI</vt:lpstr>
      <vt:lpstr>Symbol</vt:lpstr>
      <vt:lpstr>Wingdings</vt:lpstr>
      <vt:lpstr>Wingdings 2</vt:lpstr>
      <vt:lpstr>Zühlke</vt:lpstr>
      <vt:lpstr>think-cell Slide</vt:lpstr>
      <vt:lpstr>Proposal title</vt:lpstr>
      <vt:lpstr>Agenda</vt:lpstr>
      <vt:lpstr>Our commitment</vt:lpstr>
      <vt:lpstr>Mapping of RfP criteria to the proposal</vt:lpstr>
      <vt:lpstr>Management summary</vt:lpstr>
      <vt:lpstr>Management summary</vt:lpstr>
      <vt:lpstr>Value proposition</vt:lpstr>
      <vt:lpstr>Your  needs</vt:lpstr>
      <vt:lpstr>Your needs</vt:lpstr>
      <vt:lpstr>Our  solution</vt:lpstr>
      <vt:lpstr>Our solution/scope</vt:lpstr>
      <vt:lpstr>Our solution/scope</vt:lpstr>
      <vt:lpstr>Architecture Example</vt:lpstr>
      <vt:lpstr>Our  approach</vt:lpstr>
      <vt:lpstr>Our approach</vt:lpstr>
      <vt:lpstr>Deliverables</vt:lpstr>
      <vt:lpstr>List of deliverables and technical documentation for each phase</vt:lpstr>
      <vt:lpstr>Project  plan</vt:lpstr>
      <vt:lpstr>Project plan (Gantt chart)</vt:lpstr>
      <vt:lpstr>Risks and challenges</vt:lpstr>
      <vt:lpstr>Risks and challenges</vt:lpstr>
      <vt:lpstr>Your team</vt:lpstr>
      <vt:lpstr>Your team</vt:lpstr>
      <vt:lpstr>Successful as One Team</vt:lpstr>
      <vt:lpstr>Clearly defined governance structure</vt:lpstr>
      <vt:lpstr>Your investment</vt:lpstr>
      <vt:lpstr>Your investment</vt:lpstr>
      <vt:lpstr>Pricing (three options)</vt:lpstr>
      <vt:lpstr>Your investment</vt:lpstr>
      <vt:lpstr>[Technical/General] Assumptions</vt:lpstr>
      <vt:lpstr>Effort estimation</vt:lpstr>
      <vt:lpstr>Transparent effort estimation</vt:lpstr>
      <vt:lpstr>PowerPoint Presentation</vt:lpstr>
      <vt:lpstr>PowerPoint Presentation</vt:lpstr>
      <vt:lpstr>PowerPoint Presentation</vt:lpstr>
      <vt:lpstr>PowerPoint Presentation</vt:lpstr>
      <vt:lpstr>Tech expertise &amp; capabilities, supported by a global knowledge network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Simic, Marko</cp:lastModifiedBy>
  <cp:revision>20</cp:revision>
  <dcterms:created xsi:type="dcterms:W3CDTF">2026-09-24T14:12:29Z</dcterms:created>
  <dcterms:modified xsi:type="dcterms:W3CDTF">2026-09-24T14:19:20Z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2026-06-18T10:13:55</vt:lpwstr>
  </property>
  <property fmtid="{D5CDD505-2E9C-101B-9397-08002B2CF9AE}" pid="5" name="TemplafyTenantId">
    <vt:lpwstr>zuehlke</vt:lpwstr>
  </property>
  <property fmtid="{D5CDD505-2E9C-101B-9397-08002B2CF9AE}" pid="6" name="TemplafyTemplateId">
    <vt:lpwstr>1262172932105830432</vt:lpwstr>
  </property>
  <property fmtid="{D5CDD505-2E9C-101B-9397-08002B2CF9AE}" pid="7" name="TemplafyUserProfileId">
    <vt:lpwstr>637801768778429667</vt:lpwstr>
  </property>
  <property fmtid="{D5CDD505-2E9C-101B-9397-08002B2CF9AE}" pid="8" name="TemplafyFromBlank">
    <vt:bool>false</vt:bool>
  </property>
  <property fmtid="{D5CDD505-2E9C-101B-9397-08002B2CF9AE}" pid="9" name="MSIP_Label_382d5f03-5700-4dc7-a1c3-a61da442dd69_Enabled">
    <vt:lpwstr>true</vt:lpwstr>
  </property>
  <property fmtid="{D5CDD505-2E9C-101B-9397-08002B2CF9AE}" pid="10" name="MSIP_Label_382d5f03-5700-4dc7-a1c3-a61da442dd69_SetDate">
    <vt:lpwstr>2026-09-24T14:13:06Z</vt:lpwstr>
  </property>
  <property fmtid="{D5CDD505-2E9C-101B-9397-08002B2CF9AE}" pid="11" name="MSIP_Label_382d5f03-5700-4dc7-a1c3-a61da442dd69_Method">
    <vt:lpwstr>Standard</vt:lpwstr>
  </property>
  <property fmtid="{D5CDD505-2E9C-101B-9397-08002B2CF9AE}" pid="12" name="MSIP_Label_382d5f03-5700-4dc7-a1c3-a61da442dd69_Name">
    <vt:lpwstr>SL300</vt:lpwstr>
  </property>
  <property fmtid="{D5CDD505-2E9C-101B-9397-08002B2CF9AE}" pid="13" name="MSIP_Label_382d5f03-5700-4dc7-a1c3-a61da442dd69_SiteId">
    <vt:lpwstr>ccce7f5e-a35f-4bc3-8e63-b2215e7d14f9</vt:lpwstr>
  </property>
  <property fmtid="{D5CDD505-2E9C-101B-9397-08002B2CF9AE}" pid="14" name="MSIP_Label_382d5f03-5700-4dc7-a1c3-a61da442dd69_ActionId">
    <vt:lpwstr>3afbb2c6-d2ed-4e24-9341-ec1ecfe3de7d</vt:lpwstr>
  </property>
  <property fmtid="{D5CDD505-2E9C-101B-9397-08002B2CF9AE}" pid="15" name="MSIP_Label_382d5f03-5700-4dc7-a1c3-a61da442dd69_ContentBits">
    <vt:lpwstr>0</vt:lpwstr>
  </property>
  <property fmtid="{D5CDD505-2E9C-101B-9397-08002B2CF9AE}" pid="16" name="MSIP_Label_382d5f03-5700-4dc7-a1c3-a61da442dd69_Tag">
    <vt:lpwstr>50, 3, 0, 1</vt:lpwstr>
  </property>
</Properties>
</file>